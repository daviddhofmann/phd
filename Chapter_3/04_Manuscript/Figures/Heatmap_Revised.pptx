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4"/>
  </p:notesMasterIdLst>
  <p:sldIdLst>
    <p:sldId id="259" r:id="rId2"/>
    <p:sldId id="260" r:id="rId3"/>
  </p:sldIdLst>
  <p:sldSz cx="13679488" cy="93599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>
      <p:cViewPr varScale="1">
        <p:scale>
          <a:sx n="74" d="100"/>
          <a:sy n="74" d="100"/>
        </p:scale>
        <p:origin x="63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E85D6-8C3A-4AAD-94D7-B1C0E74015DC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4750" y="1143000"/>
            <a:ext cx="4508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8D0082-3449-44D2-B334-9BB3AA716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690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95162" rtl="0" eaLnBrk="1" latinLnBrk="0" hangingPunct="1">
      <a:defRPr sz="1044" kern="1200">
        <a:solidFill>
          <a:schemeClr val="tx1"/>
        </a:solidFill>
        <a:latin typeface="+mn-lt"/>
        <a:ea typeface="+mn-ea"/>
        <a:cs typeface="+mn-cs"/>
      </a:defRPr>
    </a:lvl1pPr>
    <a:lvl2pPr marL="397581" algn="l" defTabSz="795162" rtl="0" eaLnBrk="1" latinLnBrk="0" hangingPunct="1">
      <a:defRPr sz="1044" kern="1200">
        <a:solidFill>
          <a:schemeClr val="tx1"/>
        </a:solidFill>
        <a:latin typeface="+mn-lt"/>
        <a:ea typeface="+mn-ea"/>
        <a:cs typeface="+mn-cs"/>
      </a:defRPr>
    </a:lvl2pPr>
    <a:lvl3pPr marL="795162" algn="l" defTabSz="795162" rtl="0" eaLnBrk="1" latinLnBrk="0" hangingPunct="1">
      <a:defRPr sz="1044" kern="1200">
        <a:solidFill>
          <a:schemeClr val="tx1"/>
        </a:solidFill>
        <a:latin typeface="+mn-lt"/>
        <a:ea typeface="+mn-ea"/>
        <a:cs typeface="+mn-cs"/>
      </a:defRPr>
    </a:lvl3pPr>
    <a:lvl4pPr marL="1192743" algn="l" defTabSz="795162" rtl="0" eaLnBrk="1" latinLnBrk="0" hangingPunct="1">
      <a:defRPr sz="1044" kern="1200">
        <a:solidFill>
          <a:schemeClr val="tx1"/>
        </a:solidFill>
        <a:latin typeface="+mn-lt"/>
        <a:ea typeface="+mn-ea"/>
        <a:cs typeface="+mn-cs"/>
      </a:defRPr>
    </a:lvl4pPr>
    <a:lvl5pPr marL="1590324" algn="l" defTabSz="795162" rtl="0" eaLnBrk="1" latinLnBrk="0" hangingPunct="1">
      <a:defRPr sz="1044" kern="1200">
        <a:solidFill>
          <a:schemeClr val="tx1"/>
        </a:solidFill>
        <a:latin typeface="+mn-lt"/>
        <a:ea typeface="+mn-ea"/>
        <a:cs typeface="+mn-cs"/>
      </a:defRPr>
    </a:lvl5pPr>
    <a:lvl6pPr marL="1987906" algn="l" defTabSz="795162" rtl="0" eaLnBrk="1" latinLnBrk="0" hangingPunct="1">
      <a:defRPr sz="1044" kern="1200">
        <a:solidFill>
          <a:schemeClr val="tx1"/>
        </a:solidFill>
        <a:latin typeface="+mn-lt"/>
        <a:ea typeface="+mn-ea"/>
        <a:cs typeface="+mn-cs"/>
      </a:defRPr>
    </a:lvl6pPr>
    <a:lvl7pPr marL="2385487" algn="l" defTabSz="795162" rtl="0" eaLnBrk="1" latinLnBrk="0" hangingPunct="1">
      <a:defRPr sz="1044" kern="1200">
        <a:solidFill>
          <a:schemeClr val="tx1"/>
        </a:solidFill>
        <a:latin typeface="+mn-lt"/>
        <a:ea typeface="+mn-ea"/>
        <a:cs typeface="+mn-cs"/>
      </a:defRPr>
    </a:lvl7pPr>
    <a:lvl8pPr marL="2783068" algn="l" defTabSz="795162" rtl="0" eaLnBrk="1" latinLnBrk="0" hangingPunct="1">
      <a:defRPr sz="1044" kern="1200">
        <a:solidFill>
          <a:schemeClr val="tx1"/>
        </a:solidFill>
        <a:latin typeface="+mn-lt"/>
        <a:ea typeface="+mn-ea"/>
        <a:cs typeface="+mn-cs"/>
      </a:defRPr>
    </a:lvl8pPr>
    <a:lvl9pPr marL="3180649" algn="l" defTabSz="795162" rtl="0" eaLnBrk="1" latinLnBrk="0" hangingPunct="1">
      <a:defRPr sz="104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DC3F5-E84D-6F30-F8C4-2236DAB01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6">
            <a:extLst>
              <a:ext uri="{FF2B5EF4-FFF2-40B4-BE49-F238E27FC236}">
                <a16:creationId xmlns:a16="http://schemas.microsoft.com/office/drawing/2014/main" id="{0B1AE63F-5FC6-99EA-0000-A58C7FE761A0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B584061-D45B-4EC4-A4D6-EB4618E463B5}" type="slidenum">
              <a:t>1</a:t>
            </a:fld>
            <a:endParaRPr lang="de-CH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Folienbildplatzhalter 1">
            <a:extLst>
              <a:ext uri="{FF2B5EF4-FFF2-40B4-BE49-F238E27FC236}">
                <a16:creationId xmlns:a16="http://schemas.microsoft.com/office/drawing/2014/main" id="{315CD144-EF4A-CD87-3E3D-818F398CF3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0900" y="812800"/>
            <a:ext cx="5857875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izenplatzhalter 2">
            <a:extLst>
              <a:ext uri="{FF2B5EF4-FFF2-40B4-BE49-F238E27FC236}">
                <a16:creationId xmlns:a16="http://schemas.microsoft.com/office/drawing/2014/main" id="{AADEAB4F-F4DD-59D3-A8DC-0C9B8BADA78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74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5962" y="1531818"/>
            <a:ext cx="11627565" cy="3258632"/>
          </a:xfrm>
        </p:spPr>
        <p:txBody>
          <a:bodyPr anchor="b"/>
          <a:lstStyle>
            <a:lvl1pPr algn="ctr">
              <a:defRPr sz="81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936" y="4916115"/>
            <a:ext cx="10259616" cy="2259809"/>
          </a:xfrm>
        </p:spPr>
        <p:txBody>
          <a:bodyPr/>
          <a:lstStyle>
            <a:lvl1pPr marL="0" indent="0" algn="ctr">
              <a:buNone/>
              <a:defRPr sz="3276"/>
            </a:lvl1pPr>
            <a:lvl2pPr marL="623987" indent="0" algn="ctr">
              <a:buNone/>
              <a:defRPr sz="2730"/>
            </a:lvl2pPr>
            <a:lvl3pPr marL="1247973" indent="0" algn="ctr">
              <a:buNone/>
              <a:defRPr sz="2457"/>
            </a:lvl3pPr>
            <a:lvl4pPr marL="1871960" indent="0" algn="ctr">
              <a:buNone/>
              <a:defRPr sz="2184"/>
            </a:lvl4pPr>
            <a:lvl5pPr marL="2495946" indent="0" algn="ctr">
              <a:buNone/>
              <a:defRPr sz="2184"/>
            </a:lvl5pPr>
            <a:lvl6pPr marL="3119933" indent="0" algn="ctr">
              <a:buNone/>
              <a:defRPr sz="2184"/>
            </a:lvl6pPr>
            <a:lvl7pPr marL="3743919" indent="0" algn="ctr">
              <a:buNone/>
              <a:defRPr sz="2184"/>
            </a:lvl7pPr>
            <a:lvl8pPr marL="4367906" indent="0" algn="ctr">
              <a:buNone/>
              <a:defRPr sz="2184"/>
            </a:lvl8pPr>
            <a:lvl9pPr marL="4991892" indent="0" algn="ctr">
              <a:buNone/>
              <a:defRPr sz="218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8C86A-D9D1-4BA7-BBED-E361B4714321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4581A-754D-4372-A81D-E7EA0A364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4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8C86A-D9D1-4BA7-BBED-E361B4714321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4581A-754D-4372-A81D-E7EA0A364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640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341" y="2333478"/>
            <a:ext cx="11798558" cy="3893458"/>
          </a:xfrm>
        </p:spPr>
        <p:txBody>
          <a:bodyPr anchor="b"/>
          <a:lstStyle>
            <a:lvl1pPr>
              <a:defRPr sz="81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341" y="6263769"/>
            <a:ext cx="11798558" cy="2047477"/>
          </a:xfrm>
        </p:spPr>
        <p:txBody>
          <a:bodyPr/>
          <a:lstStyle>
            <a:lvl1pPr marL="0" indent="0">
              <a:buNone/>
              <a:defRPr sz="3276">
                <a:solidFill>
                  <a:schemeClr val="tx1">
                    <a:tint val="82000"/>
                  </a:schemeClr>
                </a:solidFill>
              </a:defRPr>
            </a:lvl1pPr>
            <a:lvl2pPr marL="623987" indent="0">
              <a:buNone/>
              <a:defRPr sz="2730">
                <a:solidFill>
                  <a:schemeClr val="tx1">
                    <a:tint val="82000"/>
                  </a:schemeClr>
                </a:solidFill>
              </a:defRPr>
            </a:lvl2pPr>
            <a:lvl3pPr marL="1247973" indent="0">
              <a:buNone/>
              <a:defRPr sz="2457">
                <a:solidFill>
                  <a:schemeClr val="tx1">
                    <a:tint val="82000"/>
                  </a:schemeClr>
                </a:solidFill>
              </a:defRPr>
            </a:lvl3pPr>
            <a:lvl4pPr marL="1871960" indent="0">
              <a:buNone/>
              <a:defRPr sz="2184">
                <a:solidFill>
                  <a:schemeClr val="tx1">
                    <a:tint val="82000"/>
                  </a:schemeClr>
                </a:solidFill>
              </a:defRPr>
            </a:lvl4pPr>
            <a:lvl5pPr marL="2495946" indent="0">
              <a:buNone/>
              <a:defRPr sz="2184">
                <a:solidFill>
                  <a:schemeClr val="tx1">
                    <a:tint val="82000"/>
                  </a:schemeClr>
                </a:solidFill>
              </a:defRPr>
            </a:lvl5pPr>
            <a:lvl6pPr marL="3119933" indent="0">
              <a:buNone/>
              <a:defRPr sz="2184">
                <a:solidFill>
                  <a:schemeClr val="tx1">
                    <a:tint val="82000"/>
                  </a:schemeClr>
                </a:solidFill>
              </a:defRPr>
            </a:lvl6pPr>
            <a:lvl7pPr marL="3743919" indent="0">
              <a:buNone/>
              <a:defRPr sz="2184">
                <a:solidFill>
                  <a:schemeClr val="tx1">
                    <a:tint val="82000"/>
                  </a:schemeClr>
                </a:solidFill>
              </a:defRPr>
            </a:lvl7pPr>
            <a:lvl8pPr marL="4367906" indent="0">
              <a:buNone/>
              <a:defRPr sz="2184">
                <a:solidFill>
                  <a:schemeClr val="tx1">
                    <a:tint val="82000"/>
                  </a:schemeClr>
                </a:solidFill>
              </a:defRPr>
            </a:lvl8pPr>
            <a:lvl9pPr marL="4991892" indent="0">
              <a:buNone/>
              <a:defRPr sz="218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8C86A-D9D1-4BA7-BBED-E361B4714321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4581A-754D-4372-A81D-E7EA0A364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42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0465" y="2491640"/>
            <a:ext cx="5813782" cy="59387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5241" y="2491640"/>
            <a:ext cx="5813782" cy="59387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8C86A-D9D1-4BA7-BBED-E361B4714321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4581A-754D-4372-A81D-E7EA0A364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51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247" y="498330"/>
            <a:ext cx="11798558" cy="18091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248" y="2294476"/>
            <a:ext cx="5787064" cy="1124487"/>
          </a:xfrm>
        </p:spPr>
        <p:txBody>
          <a:bodyPr anchor="b"/>
          <a:lstStyle>
            <a:lvl1pPr marL="0" indent="0">
              <a:buNone/>
              <a:defRPr sz="3276" b="1"/>
            </a:lvl1pPr>
            <a:lvl2pPr marL="623987" indent="0">
              <a:buNone/>
              <a:defRPr sz="2730" b="1"/>
            </a:lvl2pPr>
            <a:lvl3pPr marL="1247973" indent="0">
              <a:buNone/>
              <a:defRPr sz="2457" b="1"/>
            </a:lvl3pPr>
            <a:lvl4pPr marL="1871960" indent="0">
              <a:buNone/>
              <a:defRPr sz="2184" b="1"/>
            </a:lvl4pPr>
            <a:lvl5pPr marL="2495946" indent="0">
              <a:buNone/>
              <a:defRPr sz="2184" b="1"/>
            </a:lvl5pPr>
            <a:lvl6pPr marL="3119933" indent="0">
              <a:buNone/>
              <a:defRPr sz="2184" b="1"/>
            </a:lvl6pPr>
            <a:lvl7pPr marL="3743919" indent="0">
              <a:buNone/>
              <a:defRPr sz="2184" b="1"/>
            </a:lvl7pPr>
            <a:lvl8pPr marL="4367906" indent="0">
              <a:buNone/>
              <a:defRPr sz="2184" b="1"/>
            </a:lvl8pPr>
            <a:lvl9pPr marL="4991892" indent="0">
              <a:buNone/>
              <a:defRPr sz="21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2248" y="3418964"/>
            <a:ext cx="5787064" cy="50287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25242" y="2294476"/>
            <a:ext cx="5815564" cy="1124487"/>
          </a:xfrm>
        </p:spPr>
        <p:txBody>
          <a:bodyPr anchor="b"/>
          <a:lstStyle>
            <a:lvl1pPr marL="0" indent="0">
              <a:buNone/>
              <a:defRPr sz="3276" b="1"/>
            </a:lvl1pPr>
            <a:lvl2pPr marL="623987" indent="0">
              <a:buNone/>
              <a:defRPr sz="2730" b="1"/>
            </a:lvl2pPr>
            <a:lvl3pPr marL="1247973" indent="0">
              <a:buNone/>
              <a:defRPr sz="2457" b="1"/>
            </a:lvl3pPr>
            <a:lvl4pPr marL="1871960" indent="0">
              <a:buNone/>
              <a:defRPr sz="2184" b="1"/>
            </a:lvl4pPr>
            <a:lvl5pPr marL="2495946" indent="0">
              <a:buNone/>
              <a:defRPr sz="2184" b="1"/>
            </a:lvl5pPr>
            <a:lvl6pPr marL="3119933" indent="0">
              <a:buNone/>
              <a:defRPr sz="2184" b="1"/>
            </a:lvl6pPr>
            <a:lvl7pPr marL="3743919" indent="0">
              <a:buNone/>
              <a:defRPr sz="2184" b="1"/>
            </a:lvl7pPr>
            <a:lvl8pPr marL="4367906" indent="0">
              <a:buNone/>
              <a:defRPr sz="2184" b="1"/>
            </a:lvl8pPr>
            <a:lvl9pPr marL="4991892" indent="0">
              <a:buNone/>
              <a:defRPr sz="21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25242" y="3418964"/>
            <a:ext cx="5815564" cy="50287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8C86A-D9D1-4BA7-BBED-E361B4714321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4581A-754D-4372-A81D-E7EA0A364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362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8C86A-D9D1-4BA7-BBED-E361B4714321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4581A-754D-4372-A81D-E7EA0A364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95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8C86A-D9D1-4BA7-BBED-E361B4714321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4581A-754D-4372-A81D-E7EA0A364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750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247" y="623993"/>
            <a:ext cx="4411991" cy="2183977"/>
          </a:xfrm>
        </p:spPr>
        <p:txBody>
          <a:bodyPr anchor="b"/>
          <a:lstStyle>
            <a:lvl1pPr>
              <a:defRPr sz="43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5564" y="1347654"/>
            <a:ext cx="6925241" cy="6651596"/>
          </a:xfrm>
        </p:spPr>
        <p:txBody>
          <a:bodyPr/>
          <a:lstStyle>
            <a:lvl1pPr>
              <a:defRPr sz="4367"/>
            </a:lvl1pPr>
            <a:lvl2pPr>
              <a:defRPr sz="3821"/>
            </a:lvl2pPr>
            <a:lvl3pPr>
              <a:defRPr sz="3276"/>
            </a:lvl3pPr>
            <a:lvl4pPr>
              <a:defRPr sz="2730"/>
            </a:lvl4pPr>
            <a:lvl5pPr>
              <a:defRPr sz="2730"/>
            </a:lvl5pPr>
            <a:lvl6pPr>
              <a:defRPr sz="2730"/>
            </a:lvl6pPr>
            <a:lvl7pPr>
              <a:defRPr sz="2730"/>
            </a:lvl7pPr>
            <a:lvl8pPr>
              <a:defRPr sz="2730"/>
            </a:lvl8pPr>
            <a:lvl9pPr>
              <a:defRPr sz="27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2247" y="2807970"/>
            <a:ext cx="4411991" cy="5202112"/>
          </a:xfrm>
        </p:spPr>
        <p:txBody>
          <a:bodyPr/>
          <a:lstStyle>
            <a:lvl1pPr marL="0" indent="0">
              <a:buNone/>
              <a:defRPr sz="2184"/>
            </a:lvl1pPr>
            <a:lvl2pPr marL="623987" indent="0">
              <a:buNone/>
              <a:defRPr sz="1911"/>
            </a:lvl2pPr>
            <a:lvl3pPr marL="1247973" indent="0">
              <a:buNone/>
              <a:defRPr sz="1638"/>
            </a:lvl3pPr>
            <a:lvl4pPr marL="1871960" indent="0">
              <a:buNone/>
              <a:defRPr sz="1365"/>
            </a:lvl4pPr>
            <a:lvl5pPr marL="2495946" indent="0">
              <a:buNone/>
              <a:defRPr sz="1365"/>
            </a:lvl5pPr>
            <a:lvl6pPr marL="3119933" indent="0">
              <a:buNone/>
              <a:defRPr sz="1365"/>
            </a:lvl6pPr>
            <a:lvl7pPr marL="3743919" indent="0">
              <a:buNone/>
              <a:defRPr sz="1365"/>
            </a:lvl7pPr>
            <a:lvl8pPr marL="4367906" indent="0">
              <a:buNone/>
              <a:defRPr sz="1365"/>
            </a:lvl8pPr>
            <a:lvl9pPr marL="4991892" indent="0">
              <a:buNone/>
              <a:defRPr sz="13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8C86A-D9D1-4BA7-BBED-E361B4714321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4581A-754D-4372-A81D-E7EA0A364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994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247" y="623993"/>
            <a:ext cx="4411991" cy="2183977"/>
          </a:xfrm>
        </p:spPr>
        <p:txBody>
          <a:bodyPr anchor="b"/>
          <a:lstStyle>
            <a:lvl1pPr>
              <a:defRPr sz="43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15564" y="1347654"/>
            <a:ext cx="6925241" cy="6651596"/>
          </a:xfrm>
        </p:spPr>
        <p:txBody>
          <a:bodyPr anchor="t"/>
          <a:lstStyle>
            <a:lvl1pPr marL="0" indent="0">
              <a:buNone/>
              <a:defRPr sz="4367"/>
            </a:lvl1pPr>
            <a:lvl2pPr marL="623987" indent="0">
              <a:buNone/>
              <a:defRPr sz="3821"/>
            </a:lvl2pPr>
            <a:lvl3pPr marL="1247973" indent="0">
              <a:buNone/>
              <a:defRPr sz="3276"/>
            </a:lvl3pPr>
            <a:lvl4pPr marL="1871960" indent="0">
              <a:buNone/>
              <a:defRPr sz="2730"/>
            </a:lvl4pPr>
            <a:lvl5pPr marL="2495946" indent="0">
              <a:buNone/>
              <a:defRPr sz="2730"/>
            </a:lvl5pPr>
            <a:lvl6pPr marL="3119933" indent="0">
              <a:buNone/>
              <a:defRPr sz="2730"/>
            </a:lvl6pPr>
            <a:lvl7pPr marL="3743919" indent="0">
              <a:buNone/>
              <a:defRPr sz="2730"/>
            </a:lvl7pPr>
            <a:lvl8pPr marL="4367906" indent="0">
              <a:buNone/>
              <a:defRPr sz="2730"/>
            </a:lvl8pPr>
            <a:lvl9pPr marL="4991892" indent="0">
              <a:buNone/>
              <a:defRPr sz="273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2247" y="2807970"/>
            <a:ext cx="4411991" cy="5202112"/>
          </a:xfrm>
        </p:spPr>
        <p:txBody>
          <a:bodyPr/>
          <a:lstStyle>
            <a:lvl1pPr marL="0" indent="0">
              <a:buNone/>
              <a:defRPr sz="2184"/>
            </a:lvl1pPr>
            <a:lvl2pPr marL="623987" indent="0">
              <a:buNone/>
              <a:defRPr sz="1911"/>
            </a:lvl2pPr>
            <a:lvl3pPr marL="1247973" indent="0">
              <a:buNone/>
              <a:defRPr sz="1638"/>
            </a:lvl3pPr>
            <a:lvl4pPr marL="1871960" indent="0">
              <a:buNone/>
              <a:defRPr sz="1365"/>
            </a:lvl4pPr>
            <a:lvl5pPr marL="2495946" indent="0">
              <a:buNone/>
              <a:defRPr sz="1365"/>
            </a:lvl5pPr>
            <a:lvl6pPr marL="3119933" indent="0">
              <a:buNone/>
              <a:defRPr sz="1365"/>
            </a:lvl6pPr>
            <a:lvl7pPr marL="3743919" indent="0">
              <a:buNone/>
              <a:defRPr sz="1365"/>
            </a:lvl7pPr>
            <a:lvl8pPr marL="4367906" indent="0">
              <a:buNone/>
              <a:defRPr sz="1365"/>
            </a:lvl8pPr>
            <a:lvl9pPr marL="4991892" indent="0">
              <a:buNone/>
              <a:defRPr sz="13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8C86A-D9D1-4BA7-BBED-E361B4714321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4581A-754D-4372-A81D-E7EA0A364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38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8C86A-D9D1-4BA7-BBED-E361B4714321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4581A-754D-4372-A81D-E7EA0A364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11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89384" y="498328"/>
            <a:ext cx="2949640" cy="793208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0466" y="498328"/>
            <a:ext cx="8677925" cy="79320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8C86A-D9D1-4BA7-BBED-E361B4714321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4581A-754D-4372-A81D-E7EA0A364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3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0465" y="498330"/>
            <a:ext cx="11798558" cy="1809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0465" y="2491640"/>
            <a:ext cx="11798558" cy="5938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0465" y="8675243"/>
            <a:ext cx="3077885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D8C86A-D9D1-4BA7-BBED-E361B4714321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31331" y="8675243"/>
            <a:ext cx="4616827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61138" y="8675243"/>
            <a:ext cx="3077885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54581A-754D-4372-A81D-E7EA0A364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060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1247973" rtl="0" eaLnBrk="1" latinLnBrk="0" hangingPunct="1">
        <a:lnSpc>
          <a:spcPct val="90000"/>
        </a:lnSpc>
        <a:spcBef>
          <a:spcPct val="0"/>
        </a:spcBef>
        <a:buNone/>
        <a:defRPr sz="60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1993" indent="-311993" algn="l" defTabSz="1247973" rtl="0" eaLnBrk="1" latinLnBrk="0" hangingPunct="1">
        <a:lnSpc>
          <a:spcPct val="90000"/>
        </a:lnSpc>
        <a:spcBef>
          <a:spcPts val="1365"/>
        </a:spcBef>
        <a:buFont typeface="Arial" panose="020B0604020202020204" pitchFamily="34" charset="0"/>
        <a:buChar char="•"/>
        <a:defRPr sz="3821" kern="1200">
          <a:solidFill>
            <a:schemeClr val="tx1"/>
          </a:solidFill>
          <a:latin typeface="+mn-lt"/>
          <a:ea typeface="+mn-ea"/>
          <a:cs typeface="+mn-cs"/>
        </a:defRPr>
      </a:lvl1pPr>
      <a:lvl2pPr marL="935980" indent="-311993" algn="l" defTabSz="1247973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3276" kern="1200">
          <a:solidFill>
            <a:schemeClr val="tx1"/>
          </a:solidFill>
          <a:latin typeface="+mn-lt"/>
          <a:ea typeface="+mn-ea"/>
          <a:cs typeface="+mn-cs"/>
        </a:defRPr>
      </a:lvl2pPr>
      <a:lvl3pPr marL="1559966" indent="-311993" algn="l" defTabSz="1247973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2730" kern="1200">
          <a:solidFill>
            <a:schemeClr val="tx1"/>
          </a:solidFill>
          <a:latin typeface="+mn-lt"/>
          <a:ea typeface="+mn-ea"/>
          <a:cs typeface="+mn-cs"/>
        </a:defRPr>
      </a:lvl3pPr>
      <a:lvl4pPr marL="2183953" indent="-311993" algn="l" defTabSz="1247973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4pPr>
      <a:lvl5pPr marL="2807940" indent="-311993" algn="l" defTabSz="1247973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5pPr>
      <a:lvl6pPr marL="3431926" indent="-311993" algn="l" defTabSz="1247973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6pPr>
      <a:lvl7pPr marL="4055913" indent="-311993" algn="l" defTabSz="1247973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7pPr>
      <a:lvl8pPr marL="4679899" indent="-311993" algn="l" defTabSz="1247973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8pPr>
      <a:lvl9pPr marL="5303886" indent="-311993" algn="l" defTabSz="1247973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7973" rtl="0" eaLnBrk="1" latinLnBrk="0" hangingPunct="1">
        <a:defRPr sz="2457" kern="1200">
          <a:solidFill>
            <a:schemeClr val="tx1"/>
          </a:solidFill>
          <a:latin typeface="+mn-lt"/>
          <a:ea typeface="+mn-ea"/>
          <a:cs typeface="+mn-cs"/>
        </a:defRPr>
      </a:lvl1pPr>
      <a:lvl2pPr marL="623987" algn="l" defTabSz="1247973" rtl="0" eaLnBrk="1" latinLnBrk="0" hangingPunct="1">
        <a:defRPr sz="2457" kern="1200">
          <a:solidFill>
            <a:schemeClr val="tx1"/>
          </a:solidFill>
          <a:latin typeface="+mn-lt"/>
          <a:ea typeface="+mn-ea"/>
          <a:cs typeface="+mn-cs"/>
        </a:defRPr>
      </a:lvl2pPr>
      <a:lvl3pPr marL="1247973" algn="l" defTabSz="1247973" rtl="0" eaLnBrk="1" latinLnBrk="0" hangingPunct="1">
        <a:defRPr sz="2457" kern="1200">
          <a:solidFill>
            <a:schemeClr val="tx1"/>
          </a:solidFill>
          <a:latin typeface="+mn-lt"/>
          <a:ea typeface="+mn-ea"/>
          <a:cs typeface="+mn-cs"/>
        </a:defRPr>
      </a:lvl3pPr>
      <a:lvl4pPr marL="1871960" algn="l" defTabSz="1247973" rtl="0" eaLnBrk="1" latinLnBrk="0" hangingPunct="1">
        <a:defRPr sz="2457" kern="1200">
          <a:solidFill>
            <a:schemeClr val="tx1"/>
          </a:solidFill>
          <a:latin typeface="+mn-lt"/>
          <a:ea typeface="+mn-ea"/>
          <a:cs typeface="+mn-cs"/>
        </a:defRPr>
      </a:lvl4pPr>
      <a:lvl5pPr marL="2495946" algn="l" defTabSz="1247973" rtl="0" eaLnBrk="1" latinLnBrk="0" hangingPunct="1">
        <a:defRPr sz="2457" kern="1200">
          <a:solidFill>
            <a:schemeClr val="tx1"/>
          </a:solidFill>
          <a:latin typeface="+mn-lt"/>
          <a:ea typeface="+mn-ea"/>
          <a:cs typeface="+mn-cs"/>
        </a:defRPr>
      </a:lvl5pPr>
      <a:lvl6pPr marL="3119933" algn="l" defTabSz="1247973" rtl="0" eaLnBrk="1" latinLnBrk="0" hangingPunct="1">
        <a:defRPr sz="2457" kern="1200">
          <a:solidFill>
            <a:schemeClr val="tx1"/>
          </a:solidFill>
          <a:latin typeface="+mn-lt"/>
          <a:ea typeface="+mn-ea"/>
          <a:cs typeface="+mn-cs"/>
        </a:defRPr>
      </a:lvl6pPr>
      <a:lvl7pPr marL="3743919" algn="l" defTabSz="1247973" rtl="0" eaLnBrk="1" latinLnBrk="0" hangingPunct="1">
        <a:defRPr sz="2457" kern="1200">
          <a:solidFill>
            <a:schemeClr val="tx1"/>
          </a:solidFill>
          <a:latin typeface="+mn-lt"/>
          <a:ea typeface="+mn-ea"/>
          <a:cs typeface="+mn-cs"/>
        </a:defRPr>
      </a:lvl7pPr>
      <a:lvl8pPr marL="4367906" algn="l" defTabSz="1247973" rtl="0" eaLnBrk="1" latinLnBrk="0" hangingPunct="1">
        <a:defRPr sz="2457" kern="1200">
          <a:solidFill>
            <a:schemeClr val="tx1"/>
          </a:solidFill>
          <a:latin typeface="+mn-lt"/>
          <a:ea typeface="+mn-ea"/>
          <a:cs typeface="+mn-cs"/>
        </a:defRPr>
      </a:lvl8pPr>
      <a:lvl9pPr marL="4991892" algn="l" defTabSz="1247973" rtl="0" eaLnBrk="1" latinLnBrk="0" hangingPunct="1">
        <a:defRPr sz="24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C35BF-A57E-642F-B287-3AC35C25D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F61A2562-A417-1F57-EED9-64CBEFE016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431" t="10872" r="405" b="52189"/>
          <a:stretch>
            <a:fillRect/>
          </a:stretch>
        </p:blipFill>
        <p:spPr>
          <a:xfrm>
            <a:off x="12939833" y="632045"/>
            <a:ext cx="682143" cy="325284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81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F9B9FB71-D037-E46C-9C8B-1822743133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431" t="10872" r="405" b="52189"/>
          <a:stretch>
            <a:fillRect/>
          </a:stretch>
        </p:blipFill>
        <p:spPr>
          <a:xfrm>
            <a:off x="12939833" y="4366246"/>
            <a:ext cx="682143" cy="325284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82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BA336CC4-68C6-A142-F432-784199F8C3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197" t="93748" r="5570" b="2847"/>
          <a:stretch>
            <a:fillRect/>
          </a:stretch>
        </p:blipFill>
        <p:spPr>
          <a:xfrm>
            <a:off x="690410" y="7620646"/>
            <a:ext cx="6106981" cy="29982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83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2FB86163-4331-C1D6-1F2E-89D5EE7E3F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197" t="93748" r="5570" b="2847"/>
          <a:stretch>
            <a:fillRect/>
          </a:stretch>
        </p:blipFill>
        <p:spPr>
          <a:xfrm>
            <a:off x="6861690" y="7620646"/>
            <a:ext cx="6106981" cy="29982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84" name="Rechteck 10">
            <a:extLst>
              <a:ext uri="{FF2B5EF4-FFF2-40B4-BE49-F238E27FC236}">
                <a16:creationId xmlns:a16="http://schemas.microsoft.com/office/drawing/2014/main" id="{D9268EBA-D973-DEFA-A856-A617BEB36827}"/>
              </a:ext>
            </a:extLst>
          </p:cNvPr>
          <p:cNvSpPr/>
          <p:nvPr/>
        </p:nvSpPr>
        <p:spPr>
          <a:xfrm>
            <a:off x="670301" y="220640"/>
            <a:ext cx="6106981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b="0" i="0" strike="noStrike" kern="1200" cap="none" spc="0" baseline="0" dirty="0" err="1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Simplistic</a:t>
            </a:r>
            <a:r>
              <a:rPr lang="de-CH" b="0" i="0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 Model</a:t>
            </a:r>
            <a:endParaRPr lang="en-US" sz="2000" b="0" i="0" strike="noStrike" kern="1200" cap="none" spc="0" baseline="0" dirty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185" name="Rechteck 11">
            <a:extLst>
              <a:ext uri="{FF2B5EF4-FFF2-40B4-BE49-F238E27FC236}">
                <a16:creationId xmlns:a16="http://schemas.microsoft.com/office/drawing/2014/main" id="{8D104A09-7C2F-9058-7D7A-516E466109BD}"/>
              </a:ext>
            </a:extLst>
          </p:cNvPr>
          <p:cNvSpPr/>
          <p:nvPr/>
        </p:nvSpPr>
        <p:spPr>
          <a:xfrm>
            <a:off x="6861695" y="201078"/>
            <a:ext cx="6106981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b="0" i="0" strike="noStrike" kern="1200" cap="none" spc="0" baseline="0" dirty="0" err="1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Realistic</a:t>
            </a:r>
            <a:r>
              <a:rPr lang="de-CH" b="0" i="0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 Model</a:t>
            </a:r>
            <a:endParaRPr lang="en-US" sz="2000" b="0" i="0" strike="noStrike" kern="1200" cap="none" spc="0" baseline="0" dirty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186" name="Rechteck 12">
            <a:extLst>
              <a:ext uri="{FF2B5EF4-FFF2-40B4-BE49-F238E27FC236}">
                <a16:creationId xmlns:a16="http://schemas.microsoft.com/office/drawing/2014/main" id="{4D8422EB-5D9B-8D7A-5E9E-FB6D2DFDDB07}"/>
              </a:ext>
            </a:extLst>
          </p:cNvPr>
          <p:cNvSpPr/>
          <p:nvPr/>
        </p:nvSpPr>
        <p:spPr>
          <a:xfrm rot="16200004">
            <a:off x="-1161047" y="2053542"/>
            <a:ext cx="3252845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 algn="ctr" defTabSz="9144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dirty="0">
                <a:solidFill>
                  <a:srgbClr val="000000"/>
                </a:solidFill>
                <a:latin typeface="Arial" pitchFamily="34"/>
                <a:cs typeface="Arial" pitchFamily="34"/>
              </a:rPr>
              <a:t>SSS</a:t>
            </a:r>
            <a:endParaRPr lang="en-US" sz="2000" dirty="0">
              <a:solidFill>
                <a:srgbClr val="000000"/>
              </a:solidFill>
              <a:latin typeface="Arial" pitchFamily="34"/>
              <a:cs typeface="Arial" pitchFamily="34"/>
            </a:endParaRPr>
          </a:p>
        </p:txBody>
      </p:sp>
      <p:sp>
        <p:nvSpPr>
          <p:cNvPr id="187" name="Rechteck 13">
            <a:extLst>
              <a:ext uri="{FF2B5EF4-FFF2-40B4-BE49-F238E27FC236}">
                <a16:creationId xmlns:a16="http://schemas.microsoft.com/office/drawing/2014/main" id="{A3D91BA6-E756-0CF0-F568-CFC2F28CA3EA}"/>
              </a:ext>
            </a:extLst>
          </p:cNvPr>
          <p:cNvSpPr/>
          <p:nvPr/>
        </p:nvSpPr>
        <p:spPr>
          <a:xfrm rot="16200004">
            <a:off x="-1161046" y="5781554"/>
            <a:ext cx="3252845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 algn="ctr" defTabSz="9144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dirty="0">
                <a:solidFill>
                  <a:srgbClr val="000000"/>
                </a:solidFill>
                <a:latin typeface="Arial" pitchFamily="34"/>
                <a:cs typeface="Arial" pitchFamily="34"/>
              </a:rPr>
              <a:t>DMD</a:t>
            </a:r>
            <a:endParaRPr lang="en-US" dirty="0">
              <a:solidFill>
                <a:srgbClr val="000000"/>
              </a:solidFill>
              <a:latin typeface="Arial" pitchFamily="34"/>
              <a:cs typeface="Arial" pitchFamily="34"/>
            </a:endParaRPr>
          </a:p>
        </p:txBody>
      </p:sp>
      <p:sp>
        <p:nvSpPr>
          <p:cNvPr id="188" name="Rechteck 10">
            <a:extLst>
              <a:ext uri="{FF2B5EF4-FFF2-40B4-BE49-F238E27FC236}">
                <a16:creationId xmlns:a16="http://schemas.microsoft.com/office/drawing/2014/main" id="{235F6B1A-53AE-1085-C7FC-6A481AC1D721}"/>
              </a:ext>
            </a:extLst>
          </p:cNvPr>
          <p:cNvSpPr/>
          <p:nvPr/>
        </p:nvSpPr>
        <p:spPr>
          <a:xfrm>
            <a:off x="670302" y="3950206"/>
            <a:ext cx="6106981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b="0" i="0" strike="noStrike" kern="1200" cap="none" spc="0" baseline="0" dirty="0" err="1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Simplistic</a:t>
            </a:r>
            <a:r>
              <a:rPr lang="de-CH" b="0" i="0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 Model</a:t>
            </a:r>
            <a:endParaRPr lang="en-US" sz="2000" b="0" i="0" strike="noStrike" kern="1200" cap="none" spc="0" baseline="0" dirty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189" name="Rechteck 11">
            <a:extLst>
              <a:ext uri="{FF2B5EF4-FFF2-40B4-BE49-F238E27FC236}">
                <a16:creationId xmlns:a16="http://schemas.microsoft.com/office/drawing/2014/main" id="{BC12E037-B4A2-FACC-BEF5-159D4D23E51E}"/>
              </a:ext>
            </a:extLst>
          </p:cNvPr>
          <p:cNvSpPr/>
          <p:nvPr/>
        </p:nvSpPr>
        <p:spPr>
          <a:xfrm>
            <a:off x="6861694" y="3948652"/>
            <a:ext cx="6106981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b="0" i="0" strike="noStrike" kern="1200" cap="none" spc="0" baseline="0" dirty="0" err="1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Realistic</a:t>
            </a:r>
            <a:r>
              <a:rPr lang="de-CH" b="0" i="0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 Model</a:t>
            </a:r>
            <a:endParaRPr lang="en-US" sz="2000" b="0" i="0" strike="noStrike" kern="1200" cap="none" spc="0" baseline="0" dirty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9E48CDD4-0F27-6EAF-0086-C272393280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92" t="56768" r="7080" b="7047"/>
          <a:stretch>
            <a:fillRect/>
          </a:stretch>
        </p:blipFill>
        <p:spPr>
          <a:xfrm>
            <a:off x="6861689" y="4366246"/>
            <a:ext cx="6106982" cy="3252846"/>
          </a:xfrm>
          <a:prstGeom prst="rect">
            <a:avLst/>
          </a:prstGeom>
        </p:spPr>
      </p:pic>
      <p:pic>
        <p:nvPicPr>
          <p:cNvPr id="191" name="Picture 190">
            <a:extLst>
              <a:ext uri="{FF2B5EF4-FFF2-40B4-BE49-F238E27FC236}">
                <a16:creationId xmlns:a16="http://schemas.microsoft.com/office/drawing/2014/main" id="{39CF1A39-F5E4-4958-5246-2B3D216610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0" t="56768" r="53482" b="7047"/>
          <a:stretch>
            <a:fillRect/>
          </a:stretch>
        </p:blipFill>
        <p:spPr>
          <a:xfrm>
            <a:off x="670296" y="4360056"/>
            <a:ext cx="6106982" cy="3252846"/>
          </a:xfrm>
          <a:prstGeom prst="rect">
            <a:avLst/>
          </a:prstGeom>
        </p:spPr>
      </p:pic>
      <p:pic>
        <p:nvPicPr>
          <p:cNvPr id="192" name="Picture 191">
            <a:extLst>
              <a:ext uri="{FF2B5EF4-FFF2-40B4-BE49-F238E27FC236}">
                <a16:creationId xmlns:a16="http://schemas.microsoft.com/office/drawing/2014/main" id="{EBA3C691-4DD2-2786-4DFE-EB902D106F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 t="11113" r="53528" b="52702"/>
          <a:stretch>
            <a:fillRect/>
          </a:stretch>
        </p:blipFill>
        <p:spPr>
          <a:xfrm>
            <a:off x="670296" y="632044"/>
            <a:ext cx="6106982" cy="3252846"/>
          </a:xfrm>
          <a:prstGeom prst="rect">
            <a:avLst/>
          </a:prstGeom>
        </p:spPr>
      </p:pic>
      <p:pic>
        <p:nvPicPr>
          <p:cNvPr id="193" name="Picture 192">
            <a:extLst>
              <a:ext uri="{FF2B5EF4-FFF2-40B4-BE49-F238E27FC236}">
                <a16:creationId xmlns:a16="http://schemas.microsoft.com/office/drawing/2014/main" id="{2B3E3400-3A79-320D-DB11-15B91C180C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36" t="11113" r="7136" b="52702"/>
          <a:stretch>
            <a:fillRect/>
          </a:stretch>
        </p:blipFill>
        <p:spPr>
          <a:xfrm>
            <a:off x="6861693" y="625482"/>
            <a:ext cx="6106982" cy="3252846"/>
          </a:xfrm>
          <a:prstGeom prst="rect">
            <a:avLst/>
          </a:prstGeom>
        </p:spPr>
      </p:pic>
      <p:pic>
        <p:nvPicPr>
          <p:cNvPr id="194" name="Grafik 17" descr="Ein Bild, das Text, Screenshot, Schrift, Farbigkeit enthält.&#10;&#10;KI-generierte Inhalte können fehlerhaft sein.">
            <a:extLst>
              <a:ext uri="{FF2B5EF4-FFF2-40B4-BE49-F238E27FC236}">
                <a16:creationId xmlns:a16="http://schemas.microsoft.com/office/drawing/2014/main" id="{4F56E323-FC89-8B6D-2AA8-AE0F36A6149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2780"/>
          <a:stretch>
            <a:fillRect/>
          </a:stretch>
        </p:blipFill>
        <p:spPr>
          <a:xfrm>
            <a:off x="3904964" y="7968320"/>
            <a:ext cx="5829048" cy="125111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95" name="Textfeld 22">
            <a:extLst>
              <a:ext uri="{FF2B5EF4-FFF2-40B4-BE49-F238E27FC236}">
                <a16:creationId xmlns:a16="http://schemas.microsoft.com/office/drawing/2014/main" id="{912E58CB-FD6A-F046-DD4D-E859815005D3}"/>
              </a:ext>
            </a:extLst>
          </p:cNvPr>
          <p:cNvSpPr txBox="1"/>
          <p:nvPr/>
        </p:nvSpPr>
        <p:spPr>
          <a:xfrm>
            <a:off x="814232" y="3004001"/>
            <a:ext cx="1250243" cy="5038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sz="2800" b="1" i="0" strike="noStrike" kern="1200" cap="none" spc="0" baseline="0" dirty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a</a:t>
            </a:r>
          </a:p>
        </p:txBody>
      </p:sp>
      <p:sp>
        <p:nvSpPr>
          <p:cNvPr id="196" name="Textfeld 23">
            <a:extLst>
              <a:ext uri="{FF2B5EF4-FFF2-40B4-BE49-F238E27FC236}">
                <a16:creationId xmlns:a16="http://schemas.microsoft.com/office/drawing/2014/main" id="{674E960D-B337-84E6-0AF1-53E6E1A880B8}"/>
              </a:ext>
            </a:extLst>
          </p:cNvPr>
          <p:cNvSpPr txBox="1"/>
          <p:nvPr/>
        </p:nvSpPr>
        <p:spPr>
          <a:xfrm>
            <a:off x="6977241" y="3004001"/>
            <a:ext cx="1250243" cy="5038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sz="2800" b="1" i="0" strike="noStrike" kern="0" cap="none" spc="0" baseline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b</a:t>
            </a:r>
            <a:endParaRPr lang="de-CH" sz="2800" b="1" i="0" strike="noStrike" kern="1200" cap="none" spc="0" baseline="0">
              <a:solidFill>
                <a:srgbClr val="FFFFFF"/>
              </a:solidFill>
              <a:uFillTx/>
              <a:latin typeface="Arial" pitchFamily="34"/>
              <a:ea typeface="Noto Sans CJK SC" pitchFamily="2"/>
              <a:cs typeface="Lohit Devanagari" pitchFamily="2"/>
            </a:endParaRPr>
          </a:p>
        </p:txBody>
      </p:sp>
      <p:sp>
        <p:nvSpPr>
          <p:cNvPr id="197" name="Textfeld 24">
            <a:extLst>
              <a:ext uri="{FF2B5EF4-FFF2-40B4-BE49-F238E27FC236}">
                <a16:creationId xmlns:a16="http://schemas.microsoft.com/office/drawing/2014/main" id="{5904040C-E434-52A9-65BD-AF2423D28D92}"/>
              </a:ext>
            </a:extLst>
          </p:cNvPr>
          <p:cNvSpPr txBox="1"/>
          <p:nvPr/>
        </p:nvSpPr>
        <p:spPr>
          <a:xfrm>
            <a:off x="814232" y="6768398"/>
            <a:ext cx="1250243" cy="5038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sz="2800" b="1" i="0" strike="noStrike" kern="0" cap="none" spc="0" baseline="0" dirty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c</a:t>
            </a:r>
            <a:endParaRPr lang="de-CH" sz="2800" b="1" i="0" strike="noStrike" kern="1200" cap="none" spc="0" baseline="0" dirty="0">
              <a:solidFill>
                <a:srgbClr val="FFFFFF"/>
              </a:solidFill>
              <a:uFillTx/>
              <a:latin typeface="Arial" pitchFamily="34"/>
              <a:ea typeface="Noto Sans CJK SC" pitchFamily="2"/>
              <a:cs typeface="Lohit Devanagari" pitchFamily="2"/>
            </a:endParaRPr>
          </a:p>
        </p:txBody>
      </p:sp>
      <p:sp>
        <p:nvSpPr>
          <p:cNvPr id="198" name="Textfeld 25">
            <a:extLst>
              <a:ext uri="{FF2B5EF4-FFF2-40B4-BE49-F238E27FC236}">
                <a16:creationId xmlns:a16="http://schemas.microsoft.com/office/drawing/2014/main" id="{8133ACFD-FB37-1A92-F05E-AC5BAB942050}"/>
              </a:ext>
            </a:extLst>
          </p:cNvPr>
          <p:cNvSpPr txBox="1"/>
          <p:nvPr/>
        </p:nvSpPr>
        <p:spPr>
          <a:xfrm>
            <a:off x="6977241" y="6768398"/>
            <a:ext cx="1250243" cy="5038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sz="2800" b="1" i="0" strike="noStrike" kern="0" cap="none" spc="0" baseline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d</a:t>
            </a:r>
            <a:endParaRPr lang="de-CH" sz="2800" b="1" i="0" strike="noStrike" kern="1200" cap="none" spc="0" baseline="0">
              <a:solidFill>
                <a:srgbClr val="FFFFFF"/>
              </a:solidFill>
              <a:uFillTx/>
              <a:latin typeface="Arial" pitchFamily="34"/>
              <a:ea typeface="Noto Sans CJK SC" pitchFamily="2"/>
              <a:cs typeface="Lohit Devanagar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932843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767867D5-7DCF-3E36-252A-FEF1E1F42E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431" t="10872" r="405" b="52189"/>
          <a:stretch>
            <a:fillRect/>
          </a:stretch>
        </p:blipFill>
        <p:spPr>
          <a:xfrm>
            <a:off x="12939833" y="631266"/>
            <a:ext cx="682143" cy="325284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00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28D8FEB2-DD7B-EAAD-E7BB-040A8ADF12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431" t="10872" r="405" b="52189"/>
          <a:stretch>
            <a:fillRect/>
          </a:stretch>
        </p:blipFill>
        <p:spPr>
          <a:xfrm>
            <a:off x="12939833" y="4360057"/>
            <a:ext cx="682143" cy="325284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01" name="Picture 200">
            <a:extLst>
              <a:ext uri="{FF2B5EF4-FFF2-40B4-BE49-F238E27FC236}">
                <a16:creationId xmlns:a16="http://schemas.microsoft.com/office/drawing/2014/main" id="{39A2DBD9-680B-FB5C-156D-597A6535B5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" t="58622" r="53520" b="5464"/>
          <a:stretch>
            <a:fillRect/>
          </a:stretch>
        </p:blipFill>
        <p:spPr>
          <a:xfrm>
            <a:off x="665468" y="630489"/>
            <a:ext cx="6106982" cy="3254401"/>
          </a:xfrm>
          <a:prstGeom prst="rect">
            <a:avLst/>
          </a:prstGeom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DC1B60CE-B55A-8252-4063-AB29667E15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46" t="11466" r="7589" b="52620"/>
          <a:stretch>
            <a:fillRect/>
          </a:stretch>
        </p:blipFill>
        <p:spPr>
          <a:xfrm>
            <a:off x="6856862" y="630490"/>
            <a:ext cx="6106981" cy="3254400"/>
          </a:xfrm>
          <a:prstGeom prst="rect">
            <a:avLst/>
          </a:prstGeom>
        </p:spPr>
      </p:pic>
      <p:pic>
        <p:nvPicPr>
          <p:cNvPr id="203" name="Picture 202">
            <a:extLst>
              <a:ext uri="{FF2B5EF4-FFF2-40B4-BE49-F238E27FC236}">
                <a16:creationId xmlns:a16="http://schemas.microsoft.com/office/drawing/2014/main" id="{51232AD6-01D2-3E5A-7189-9BF020B334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2" t="11390" r="53573" b="52696"/>
          <a:stretch>
            <a:fillRect/>
          </a:stretch>
        </p:blipFill>
        <p:spPr>
          <a:xfrm>
            <a:off x="6856861" y="4358502"/>
            <a:ext cx="6106981" cy="3254400"/>
          </a:xfrm>
          <a:prstGeom prst="rect">
            <a:avLst/>
          </a:prstGeom>
        </p:spPr>
      </p:pic>
      <p:pic>
        <p:nvPicPr>
          <p:cNvPr id="204" name="Picture 203">
            <a:extLst>
              <a:ext uri="{FF2B5EF4-FFF2-40B4-BE49-F238E27FC236}">
                <a16:creationId xmlns:a16="http://schemas.microsoft.com/office/drawing/2014/main" id="{146EDA48-A985-C7FC-2BCD-ECE91D610E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59" t="58622" r="7576" b="5464"/>
          <a:stretch>
            <a:fillRect/>
          </a:stretch>
        </p:blipFill>
        <p:spPr>
          <a:xfrm>
            <a:off x="665468" y="4358502"/>
            <a:ext cx="6106981" cy="3254400"/>
          </a:xfrm>
          <a:prstGeom prst="rect">
            <a:avLst/>
          </a:prstGeom>
        </p:spPr>
      </p:pic>
      <p:sp>
        <p:nvSpPr>
          <p:cNvPr id="205" name="Rechteck 10">
            <a:extLst>
              <a:ext uri="{FF2B5EF4-FFF2-40B4-BE49-F238E27FC236}">
                <a16:creationId xmlns:a16="http://schemas.microsoft.com/office/drawing/2014/main" id="{C0A8B32A-3ED5-E05D-FABB-D254D65FF3A6}"/>
              </a:ext>
            </a:extLst>
          </p:cNvPr>
          <p:cNvSpPr/>
          <p:nvPr/>
        </p:nvSpPr>
        <p:spPr>
          <a:xfrm>
            <a:off x="665467" y="220640"/>
            <a:ext cx="6106981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b="0" i="0" u="none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SSS</a:t>
            </a: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206" name="Rechteck 11">
            <a:extLst>
              <a:ext uri="{FF2B5EF4-FFF2-40B4-BE49-F238E27FC236}">
                <a16:creationId xmlns:a16="http://schemas.microsoft.com/office/drawing/2014/main" id="{70737FE6-55BC-82E6-942F-8B4402D2F6BF}"/>
              </a:ext>
            </a:extLst>
          </p:cNvPr>
          <p:cNvSpPr/>
          <p:nvPr/>
        </p:nvSpPr>
        <p:spPr>
          <a:xfrm>
            <a:off x="6856861" y="201078"/>
            <a:ext cx="6106981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b="0" i="0" u="none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DMD</a:t>
            </a: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207" name="Rechteck 12">
            <a:extLst>
              <a:ext uri="{FF2B5EF4-FFF2-40B4-BE49-F238E27FC236}">
                <a16:creationId xmlns:a16="http://schemas.microsoft.com/office/drawing/2014/main" id="{C20A98DB-57AF-8E2D-716D-6FBD92A77F09}"/>
              </a:ext>
            </a:extLst>
          </p:cNvPr>
          <p:cNvSpPr/>
          <p:nvPr/>
        </p:nvSpPr>
        <p:spPr>
          <a:xfrm rot="16200004">
            <a:off x="-1165881" y="2053542"/>
            <a:ext cx="3252845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 algn="ctr" defTabSz="9144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dirty="0">
                <a:solidFill>
                  <a:srgbClr val="000000"/>
                </a:solidFill>
                <a:latin typeface="Arial" pitchFamily="34"/>
                <a:cs typeface="Arial" pitchFamily="34"/>
              </a:rPr>
              <a:t>|</a:t>
            </a:r>
            <a:r>
              <a:rPr lang="de-CH" dirty="0" err="1">
                <a:solidFill>
                  <a:srgbClr val="000000"/>
                </a:solidFill>
                <a:latin typeface="Arial" pitchFamily="34"/>
                <a:cs typeface="Arial" pitchFamily="34"/>
              </a:rPr>
              <a:t>Realistic</a:t>
            </a:r>
            <a:r>
              <a:rPr lang="de-CH" dirty="0">
                <a:solidFill>
                  <a:srgbClr val="000000"/>
                </a:solidFill>
                <a:latin typeface="Arial" pitchFamily="34"/>
                <a:cs typeface="Arial" pitchFamily="34"/>
              </a:rPr>
              <a:t> – </a:t>
            </a:r>
            <a:r>
              <a:rPr lang="de-CH" dirty="0" err="1">
                <a:solidFill>
                  <a:srgbClr val="000000"/>
                </a:solidFill>
                <a:latin typeface="Arial" pitchFamily="34"/>
                <a:cs typeface="Arial" pitchFamily="34"/>
              </a:rPr>
              <a:t>Simplistic</a:t>
            </a:r>
            <a:r>
              <a:rPr lang="de-CH" dirty="0">
                <a:solidFill>
                  <a:srgbClr val="000000"/>
                </a:solidFill>
                <a:latin typeface="Arial" pitchFamily="34"/>
                <a:cs typeface="Arial" pitchFamily="34"/>
              </a:rPr>
              <a:t>|</a:t>
            </a:r>
            <a:endParaRPr lang="en-US" sz="2000" dirty="0">
              <a:solidFill>
                <a:srgbClr val="000000"/>
              </a:solidFill>
              <a:latin typeface="Arial" pitchFamily="34"/>
              <a:cs typeface="Arial" pitchFamily="34"/>
            </a:endParaRPr>
          </a:p>
        </p:txBody>
      </p:sp>
      <p:sp>
        <p:nvSpPr>
          <p:cNvPr id="208" name="Rechteck 13">
            <a:extLst>
              <a:ext uri="{FF2B5EF4-FFF2-40B4-BE49-F238E27FC236}">
                <a16:creationId xmlns:a16="http://schemas.microsoft.com/office/drawing/2014/main" id="{9078593D-DD24-CFF9-693E-EE64721045F4}"/>
              </a:ext>
            </a:extLst>
          </p:cNvPr>
          <p:cNvSpPr/>
          <p:nvPr/>
        </p:nvSpPr>
        <p:spPr>
          <a:xfrm rot="16200004">
            <a:off x="-1165880" y="5781554"/>
            <a:ext cx="3252845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 algn="ctr" defTabSz="9144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dirty="0">
                <a:solidFill>
                  <a:srgbClr val="000000"/>
                </a:solidFill>
                <a:latin typeface="Arial" pitchFamily="34"/>
                <a:cs typeface="Arial" pitchFamily="34"/>
              </a:rPr>
              <a:t>|DMD-SSS|</a:t>
            </a:r>
            <a:endParaRPr lang="en-US" dirty="0">
              <a:solidFill>
                <a:srgbClr val="000000"/>
              </a:solidFill>
              <a:latin typeface="Arial" pitchFamily="34"/>
              <a:cs typeface="Arial" pitchFamily="34"/>
            </a:endParaRPr>
          </a:p>
        </p:txBody>
      </p:sp>
      <p:pic>
        <p:nvPicPr>
          <p:cNvPr id="209" name="Grafik 17" descr="Ein Bild, das Text, Screenshot, Schrift, Farbigkeit enthält.&#10;&#10;KI-generierte Inhalte können fehlerhaft sein.">
            <a:extLst>
              <a:ext uri="{FF2B5EF4-FFF2-40B4-BE49-F238E27FC236}">
                <a16:creationId xmlns:a16="http://schemas.microsoft.com/office/drawing/2014/main" id="{F00D2FD2-FFB0-2F8A-0A12-AD4D47E5C7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7777"/>
          <a:stretch>
            <a:fillRect/>
          </a:stretch>
        </p:blipFill>
        <p:spPr>
          <a:xfrm>
            <a:off x="3900130" y="7902039"/>
            <a:ext cx="5829048" cy="138368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14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707DFCD3-E481-7793-147B-0311C74397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197" t="93748" r="5570" b="2847"/>
          <a:stretch>
            <a:fillRect/>
          </a:stretch>
        </p:blipFill>
        <p:spPr>
          <a:xfrm>
            <a:off x="665467" y="7612902"/>
            <a:ext cx="6106981" cy="29982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15" name="Grafik 18" descr="Ein Bild, das Kart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F5670403-8161-EE05-7719-F17B107956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197" t="93748" r="5570" b="2847"/>
          <a:stretch>
            <a:fillRect/>
          </a:stretch>
        </p:blipFill>
        <p:spPr>
          <a:xfrm>
            <a:off x="6856859" y="7602211"/>
            <a:ext cx="6106981" cy="29982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16" name="Rechteck 10">
            <a:extLst>
              <a:ext uri="{FF2B5EF4-FFF2-40B4-BE49-F238E27FC236}">
                <a16:creationId xmlns:a16="http://schemas.microsoft.com/office/drawing/2014/main" id="{E48C80B6-D6BA-030E-3708-F2CCD67464D1}"/>
              </a:ext>
            </a:extLst>
          </p:cNvPr>
          <p:cNvSpPr/>
          <p:nvPr/>
        </p:nvSpPr>
        <p:spPr>
          <a:xfrm>
            <a:off x="665468" y="3950206"/>
            <a:ext cx="6106981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b="0" i="0" u="none" strike="noStrike" kern="1200" cap="none" spc="0" baseline="0" dirty="0" err="1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Simplistic</a:t>
            </a:r>
            <a:r>
              <a:rPr lang="de-CH" b="0" i="0" u="none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 Model</a:t>
            </a: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217" name="Rechteck 11">
            <a:extLst>
              <a:ext uri="{FF2B5EF4-FFF2-40B4-BE49-F238E27FC236}">
                <a16:creationId xmlns:a16="http://schemas.microsoft.com/office/drawing/2014/main" id="{EBCF4D14-C8FF-C57F-5DE0-220D6A4EB6B8}"/>
              </a:ext>
            </a:extLst>
          </p:cNvPr>
          <p:cNvSpPr/>
          <p:nvPr/>
        </p:nvSpPr>
        <p:spPr>
          <a:xfrm>
            <a:off x="6856860" y="3948652"/>
            <a:ext cx="6106981" cy="409850"/>
          </a:xfrm>
          <a:prstGeom prst="rect">
            <a:avLst/>
          </a:prstGeom>
          <a:solidFill>
            <a:srgbClr val="F2F2F2"/>
          </a:solidFill>
          <a:ln w="9528" cap="flat">
            <a:solidFill>
              <a:srgbClr val="F2F2F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b="0" i="0" u="none" strike="noStrike" kern="1200" cap="none" spc="0" baseline="0" dirty="0" err="1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Realistic</a:t>
            </a:r>
            <a:r>
              <a:rPr lang="de-CH" b="0" i="0" u="none" strike="noStrike" kern="1200" cap="none" spc="0" baseline="0" dirty="0">
                <a:solidFill>
                  <a:srgbClr val="000000"/>
                </a:solidFill>
                <a:uFillTx/>
                <a:latin typeface="Arial" pitchFamily="34"/>
                <a:cs typeface="Arial" pitchFamily="34"/>
              </a:rPr>
              <a:t> Model</a:t>
            </a: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2" name="Textfeld 22">
            <a:extLst>
              <a:ext uri="{FF2B5EF4-FFF2-40B4-BE49-F238E27FC236}">
                <a16:creationId xmlns:a16="http://schemas.microsoft.com/office/drawing/2014/main" id="{6F416ADB-C51B-FAD7-32DF-B646C41B62FD}"/>
              </a:ext>
            </a:extLst>
          </p:cNvPr>
          <p:cNvSpPr txBox="1"/>
          <p:nvPr/>
        </p:nvSpPr>
        <p:spPr>
          <a:xfrm>
            <a:off x="814232" y="3004001"/>
            <a:ext cx="1250243" cy="5038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sz="2800" b="1" i="0" strike="noStrike" kern="1200" cap="none" spc="0" baseline="0" dirty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a</a:t>
            </a:r>
          </a:p>
        </p:txBody>
      </p:sp>
      <p:sp>
        <p:nvSpPr>
          <p:cNvPr id="3" name="Textfeld 23">
            <a:extLst>
              <a:ext uri="{FF2B5EF4-FFF2-40B4-BE49-F238E27FC236}">
                <a16:creationId xmlns:a16="http://schemas.microsoft.com/office/drawing/2014/main" id="{BD9B1BF0-F1AA-CBB9-623A-3574F4DB7C5E}"/>
              </a:ext>
            </a:extLst>
          </p:cNvPr>
          <p:cNvSpPr txBox="1"/>
          <p:nvPr/>
        </p:nvSpPr>
        <p:spPr>
          <a:xfrm>
            <a:off x="6977241" y="3004001"/>
            <a:ext cx="1250243" cy="5038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sz="2800" b="1" i="0" strike="noStrike" kern="0" cap="none" spc="0" baseline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b</a:t>
            </a:r>
            <a:endParaRPr lang="de-CH" sz="2800" b="1" i="0" strike="noStrike" kern="1200" cap="none" spc="0" baseline="0">
              <a:solidFill>
                <a:srgbClr val="FFFFFF"/>
              </a:solidFill>
              <a:uFillTx/>
              <a:latin typeface="Arial" pitchFamily="34"/>
              <a:ea typeface="Noto Sans CJK SC" pitchFamily="2"/>
              <a:cs typeface="Lohit Devanagari" pitchFamily="2"/>
            </a:endParaRPr>
          </a:p>
        </p:txBody>
      </p:sp>
      <p:sp>
        <p:nvSpPr>
          <p:cNvPr id="4" name="Textfeld 24">
            <a:extLst>
              <a:ext uri="{FF2B5EF4-FFF2-40B4-BE49-F238E27FC236}">
                <a16:creationId xmlns:a16="http://schemas.microsoft.com/office/drawing/2014/main" id="{A9DF6AC5-E16B-64C4-E851-17E917B46ACB}"/>
              </a:ext>
            </a:extLst>
          </p:cNvPr>
          <p:cNvSpPr txBox="1"/>
          <p:nvPr/>
        </p:nvSpPr>
        <p:spPr>
          <a:xfrm>
            <a:off x="814232" y="6768398"/>
            <a:ext cx="1250243" cy="5038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sz="2800" b="1" i="0" strike="noStrike" kern="0" cap="none" spc="0" baseline="0" dirty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c</a:t>
            </a:r>
            <a:endParaRPr lang="de-CH" sz="2800" b="1" i="0" strike="noStrike" kern="1200" cap="none" spc="0" baseline="0" dirty="0">
              <a:solidFill>
                <a:srgbClr val="FFFFFF"/>
              </a:solidFill>
              <a:uFillTx/>
              <a:latin typeface="Arial" pitchFamily="34"/>
              <a:ea typeface="Noto Sans CJK SC" pitchFamily="2"/>
              <a:cs typeface="Lohit Devanagari" pitchFamily="2"/>
            </a:endParaRPr>
          </a:p>
        </p:txBody>
      </p:sp>
      <p:sp>
        <p:nvSpPr>
          <p:cNvPr id="5" name="Textfeld 25">
            <a:extLst>
              <a:ext uri="{FF2B5EF4-FFF2-40B4-BE49-F238E27FC236}">
                <a16:creationId xmlns:a16="http://schemas.microsoft.com/office/drawing/2014/main" id="{940E4674-D0DF-D57D-86A8-B014FE60C4B6}"/>
              </a:ext>
            </a:extLst>
          </p:cNvPr>
          <p:cNvSpPr txBox="1"/>
          <p:nvPr/>
        </p:nvSpPr>
        <p:spPr>
          <a:xfrm>
            <a:off x="6977241" y="6768398"/>
            <a:ext cx="1250243" cy="5038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1" i="0" u="none" strike="noStrike" kern="0" cap="none" spc="0" baseline="0">
                <a:solidFill>
                  <a:srgbClr val="FFFFFF"/>
                </a:solidFill>
                <a:uFillTx/>
                <a:latin typeface="Arial" pitchFamily="34"/>
              </a:defRPr>
            </a:pPr>
            <a:r>
              <a:rPr lang="de-CH" sz="2800" b="1" i="0" strike="noStrike" kern="0" cap="none" spc="0" baseline="0">
                <a:solidFill>
                  <a:srgbClr val="FFFFFF"/>
                </a:solidFill>
                <a:uFillTx/>
                <a:latin typeface="Arial" pitchFamily="34"/>
                <a:ea typeface="Noto Sans CJK SC" pitchFamily="2"/>
                <a:cs typeface="Lohit Devanagari" pitchFamily="2"/>
              </a:rPr>
              <a:t>d</a:t>
            </a:r>
            <a:endParaRPr lang="de-CH" sz="2800" b="1" i="0" strike="noStrike" kern="1200" cap="none" spc="0" baseline="0">
              <a:solidFill>
                <a:srgbClr val="FFFFFF"/>
              </a:solidFill>
              <a:uFillTx/>
              <a:latin typeface="Arial" pitchFamily="34"/>
              <a:ea typeface="Noto Sans CJK SC" pitchFamily="2"/>
              <a:cs typeface="Lohit Devanagar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826042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33</Words>
  <Application>Microsoft Office PowerPoint</Application>
  <PresentationFormat>Custom</PresentationFormat>
  <Paragraphs>21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Liberation Serif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Hofmann</dc:creator>
  <cp:lastModifiedBy>David Hofmann</cp:lastModifiedBy>
  <cp:revision>3</cp:revision>
  <dcterms:created xsi:type="dcterms:W3CDTF">2026-07-04T13:40:21Z</dcterms:created>
  <dcterms:modified xsi:type="dcterms:W3CDTF">2026-07-04T14:12:01Z</dcterms:modified>
</cp:coreProperties>
</file>