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58" r:id="rId3"/>
    <p:sldId id="259" r:id="rId4"/>
    <p:sldId id="260" r:id="rId5"/>
  </p:sldIdLst>
  <p:sldSz cx="20159663" cy="11520488"/>
  <p:notesSz cx="7559675" cy="10691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BF3E2FE-4D37-BB7B-BEBF-45929BAE54A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CH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F5DBC2-0C65-0E11-5A03-FEB0AA7BF726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CH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0A4D086-25CA-A80A-4514-DA8FEE77425A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CH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BF6E0C-4BCB-399D-95F8-CB278EB2B1F6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4C2A79A-257B-4AA8-B0FD-67497D6E0AF5}" type="slidenum">
              <a:t>‹#›</a:t>
            </a:fld>
            <a:endParaRPr lang="de-CH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524855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3AFD710-F01D-B78E-F2CF-3D5BF19AF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3050" y="812800"/>
            <a:ext cx="7013575" cy="400843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8221689-0301-6B90-EFBA-A5CE635EB6B7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de-CH"/>
          </a:p>
        </p:txBody>
      </p:sp>
      <p:sp>
        <p:nvSpPr>
          <p:cNvPr id="4" name="Kopfzeilenplatzhalter 3">
            <a:extLst>
              <a:ext uri="{FF2B5EF4-FFF2-40B4-BE49-F238E27FC236}">
                <a16:creationId xmlns:a16="http://schemas.microsoft.com/office/drawing/2014/main" id="{54D7BDC2-9A3B-E03A-CCE0-41572ABE531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CH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BA9037-5E17-B7C0-D310-6D86B8EA46BB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CH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042B-E08F-345E-2F7A-9FDF4A078D88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CH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11E645-1A9C-8279-DC60-D1078BF1266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CH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50ACA1F5-EDBB-41DB-B243-A79241BD69D8}" type="slidenum"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4918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-434417" defTabSz="1839041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de-CH" sz="4022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</a:defRPr>
    </a:lvl1pPr>
    <a:lvl2pPr marL="919521" algn="l" defTabSz="1839041" rtl="0" eaLnBrk="1" latinLnBrk="0" hangingPunct="1">
      <a:defRPr sz="2413" kern="1200">
        <a:solidFill>
          <a:schemeClr val="tx1"/>
        </a:solidFill>
        <a:latin typeface="+mn-lt"/>
        <a:ea typeface="+mn-ea"/>
        <a:cs typeface="+mn-cs"/>
      </a:defRPr>
    </a:lvl2pPr>
    <a:lvl3pPr marL="1839041" algn="l" defTabSz="1839041" rtl="0" eaLnBrk="1" latinLnBrk="0" hangingPunct="1">
      <a:defRPr sz="2413" kern="1200">
        <a:solidFill>
          <a:schemeClr val="tx1"/>
        </a:solidFill>
        <a:latin typeface="+mn-lt"/>
        <a:ea typeface="+mn-ea"/>
        <a:cs typeface="+mn-cs"/>
      </a:defRPr>
    </a:lvl3pPr>
    <a:lvl4pPr marL="2758562" algn="l" defTabSz="1839041" rtl="0" eaLnBrk="1" latinLnBrk="0" hangingPunct="1">
      <a:defRPr sz="2413" kern="1200">
        <a:solidFill>
          <a:schemeClr val="tx1"/>
        </a:solidFill>
        <a:latin typeface="+mn-lt"/>
        <a:ea typeface="+mn-ea"/>
        <a:cs typeface="+mn-cs"/>
      </a:defRPr>
    </a:lvl4pPr>
    <a:lvl5pPr marL="3678083" algn="l" defTabSz="1839041" rtl="0" eaLnBrk="1" latinLnBrk="0" hangingPunct="1">
      <a:defRPr sz="2413" kern="1200">
        <a:solidFill>
          <a:schemeClr val="tx1"/>
        </a:solidFill>
        <a:latin typeface="+mn-lt"/>
        <a:ea typeface="+mn-ea"/>
        <a:cs typeface="+mn-cs"/>
      </a:defRPr>
    </a:lvl5pPr>
    <a:lvl6pPr marL="4597603" algn="l" defTabSz="1839041" rtl="0" eaLnBrk="1" latinLnBrk="0" hangingPunct="1">
      <a:defRPr sz="2413" kern="1200">
        <a:solidFill>
          <a:schemeClr val="tx1"/>
        </a:solidFill>
        <a:latin typeface="+mn-lt"/>
        <a:ea typeface="+mn-ea"/>
        <a:cs typeface="+mn-cs"/>
      </a:defRPr>
    </a:lvl6pPr>
    <a:lvl7pPr marL="5517124" algn="l" defTabSz="1839041" rtl="0" eaLnBrk="1" latinLnBrk="0" hangingPunct="1">
      <a:defRPr sz="2413" kern="1200">
        <a:solidFill>
          <a:schemeClr val="tx1"/>
        </a:solidFill>
        <a:latin typeface="+mn-lt"/>
        <a:ea typeface="+mn-ea"/>
        <a:cs typeface="+mn-cs"/>
      </a:defRPr>
    </a:lvl7pPr>
    <a:lvl8pPr marL="6436644" algn="l" defTabSz="1839041" rtl="0" eaLnBrk="1" latinLnBrk="0" hangingPunct="1">
      <a:defRPr sz="2413" kern="1200">
        <a:solidFill>
          <a:schemeClr val="tx1"/>
        </a:solidFill>
        <a:latin typeface="+mn-lt"/>
        <a:ea typeface="+mn-ea"/>
        <a:cs typeface="+mn-cs"/>
      </a:defRPr>
    </a:lvl8pPr>
    <a:lvl9pPr marL="7356165" algn="l" defTabSz="1839041" rtl="0" eaLnBrk="1" latinLnBrk="0" hangingPunct="1">
      <a:defRPr sz="241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6">
            <a:extLst>
              <a:ext uri="{FF2B5EF4-FFF2-40B4-BE49-F238E27FC236}">
                <a16:creationId xmlns:a16="http://schemas.microsoft.com/office/drawing/2014/main" id="{AEAD2CB4-52A3-7885-65A1-8C5830E8C1F9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B584061-D45B-4EC4-A4D6-EB4618E463B5}" type="slidenum">
              <a:t>1</a:t>
            </a:fld>
            <a:endParaRPr lang="de-CH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Folienbildplatzhalter 1">
            <a:extLst>
              <a:ext uri="{FF2B5EF4-FFF2-40B4-BE49-F238E27FC236}">
                <a16:creationId xmlns:a16="http://schemas.microsoft.com/office/drawing/2014/main" id="{00316AB3-6C4B-9305-786B-1F647FA5A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73050" y="812800"/>
            <a:ext cx="7013575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izenplatzhalter 2">
            <a:extLst>
              <a:ext uri="{FF2B5EF4-FFF2-40B4-BE49-F238E27FC236}">
                <a16:creationId xmlns:a16="http://schemas.microsoft.com/office/drawing/2014/main" id="{6925A4EE-9D71-6DBB-B86D-8919A3FBC7D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12297-5818-2A98-CCF6-B55B07306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6">
            <a:extLst>
              <a:ext uri="{FF2B5EF4-FFF2-40B4-BE49-F238E27FC236}">
                <a16:creationId xmlns:a16="http://schemas.microsoft.com/office/drawing/2014/main" id="{7AD07850-EB12-536F-C119-76BCC8554937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B584061-D45B-4EC4-A4D6-EB4618E463B5}" type="slidenum">
              <a:t>2</a:t>
            </a:fld>
            <a:endParaRPr lang="de-CH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Folienbildplatzhalter 1">
            <a:extLst>
              <a:ext uri="{FF2B5EF4-FFF2-40B4-BE49-F238E27FC236}">
                <a16:creationId xmlns:a16="http://schemas.microsoft.com/office/drawing/2014/main" id="{55369D9C-15B6-CA1D-6D6A-9F213325D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73050" y="812800"/>
            <a:ext cx="7013575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izenplatzhalter 2">
            <a:extLst>
              <a:ext uri="{FF2B5EF4-FFF2-40B4-BE49-F238E27FC236}">
                <a16:creationId xmlns:a16="http://schemas.microsoft.com/office/drawing/2014/main" id="{D12F1D33-BAD3-1F12-9E64-9F2FA1E215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16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DC3F5-E84D-6F30-F8C4-2236DAB0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6">
            <a:extLst>
              <a:ext uri="{FF2B5EF4-FFF2-40B4-BE49-F238E27FC236}">
                <a16:creationId xmlns:a16="http://schemas.microsoft.com/office/drawing/2014/main" id="{0B1AE63F-5FC6-99EA-0000-A58C7FE761A0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B584061-D45B-4EC4-A4D6-EB4618E463B5}" type="slidenum">
              <a:t>3</a:t>
            </a:fld>
            <a:endParaRPr lang="de-CH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Folienbildplatzhalter 1">
            <a:extLst>
              <a:ext uri="{FF2B5EF4-FFF2-40B4-BE49-F238E27FC236}">
                <a16:creationId xmlns:a16="http://schemas.microsoft.com/office/drawing/2014/main" id="{315CD144-EF4A-CD87-3E3D-818F398CF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73050" y="812800"/>
            <a:ext cx="7013575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izenplatzhalter 2">
            <a:extLst>
              <a:ext uri="{FF2B5EF4-FFF2-40B4-BE49-F238E27FC236}">
                <a16:creationId xmlns:a16="http://schemas.microsoft.com/office/drawing/2014/main" id="{AADEAB4F-F4DD-59D3-A8DC-0C9B8BADA78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74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EC21-0159-250B-ABF8-962F2349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6">
            <a:extLst>
              <a:ext uri="{FF2B5EF4-FFF2-40B4-BE49-F238E27FC236}">
                <a16:creationId xmlns:a16="http://schemas.microsoft.com/office/drawing/2014/main" id="{C209385D-DE69-26CA-A71B-6C790D266B2A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B584061-D45B-4EC4-A4D6-EB4618E463B5}" type="slidenum">
              <a:t>4</a:t>
            </a:fld>
            <a:endParaRPr lang="de-CH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Folienbildplatzhalter 1">
            <a:extLst>
              <a:ext uri="{FF2B5EF4-FFF2-40B4-BE49-F238E27FC236}">
                <a16:creationId xmlns:a16="http://schemas.microsoft.com/office/drawing/2014/main" id="{4767F16D-4DD2-553F-29CD-6271BBC6D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73050" y="812800"/>
            <a:ext cx="7013575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izenplatzhalter 2">
            <a:extLst>
              <a:ext uri="{FF2B5EF4-FFF2-40B4-BE49-F238E27FC236}">
                <a16:creationId xmlns:a16="http://schemas.microsoft.com/office/drawing/2014/main" id="{9EEA631D-6023-9877-E96B-4A230ED74C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62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9958" y="1885414"/>
            <a:ext cx="15119747" cy="4010837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9958" y="6050924"/>
            <a:ext cx="15119747" cy="2781450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B6AF47-4323-4F4D-9EF2-7E7793B82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9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B6AF47-4323-4F4D-9EF2-7E7793B82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20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477" y="2872123"/>
            <a:ext cx="17387709" cy="479220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5477" y="7709662"/>
            <a:ext cx="17387709" cy="252010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B6AF47-4323-4F4D-9EF2-7E7793B82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7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5977" y="3066796"/>
            <a:ext cx="8567857" cy="73096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05829" y="3066796"/>
            <a:ext cx="8567857" cy="73096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B6AF47-4323-4F4D-9EF2-7E7793B82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03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603" y="613360"/>
            <a:ext cx="17387709" cy="2226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8603" y="2824120"/>
            <a:ext cx="8528482" cy="1384058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603" y="4208178"/>
            <a:ext cx="8528482" cy="61895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205829" y="2824120"/>
            <a:ext cx="8570483" cy="1384058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205829" y="4208178"/>
            <a:ext cx="8570483" cy="61895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B6AF47-4323-4F4D-9EF2-7E7793B82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07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B6AF47-4323-4F4D-9EF2-7E7793B82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29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B6AF47-4323-4F4D-9EF2-7E7793B82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96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604" y="768032"/>
            <a:ext cx="6502015" cy="2688114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0483" y="1658738"/>
            <a:ext cx="10205829" cy="8187013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8604" y="3456146"/>
            <a:ext cx="6502015" cy="6402939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B6AF47-4323-4F4D-9EF2-7E7793B82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8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604" y="768032"/>
            <a:ext cx="6502015" cy="2688114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70483" y="1658738"/>
            <a:ext cx="10205829" cy="8187013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8604" y="3456146"/>
            <a:ext cx="6502015" cy="6402939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B6AF47-4323-4F4D-9EF2-7E7793B82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12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B6AF47-4323-4F4D-9EF2-7E7793B82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66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426759" y="613359"/>
            <a:ext cx="4346927" cy="97630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77" y="613359"/>
            <a:ext cx="12788786" cy="97630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B6AF47-4323-4F4D-9EF2-7E7793B82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2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5977" y="613360"/>
            <a:ext cx="17387709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77" y="3066796"/>
            <a:ext cx="17387709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5977" y="10677787"/>
            <a:ext cx="4535924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77889" y="10677787"/>
            <a:ext cx="6803886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37762" y="10677787"/>
            <a:ext cx="4535924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C6B6AF47-4323-4F4D-9EF2-7E7793B82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67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4FD5DED-5CF8-13EF-281B-1E4328DB7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" t="58622" r="53520" b="5464"/>
          <a:stretch>
            <a:fillRect/>
          </a:stretch>
        </p:blipFill>
        <p:spPr>
          <a:xfrm>
            <a:off x="13213374" y="662363"/>
            <a:ext cx="6106981" cy="3254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02957E5-26E5-F9D0-C5D5-D5E459820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46" t="11466" r="7589" b="52620"/>
          <a:stretch>
            <a:fillRect/>
          </a:stretch>
        </p:blipFill>
        <p:spPr>
          <a:xfrm>
            <a:off x="13213374" y="3970660"/>
            <a:ext cx="6106981" cy="325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B63C44-EE8D-F327-F8EA-A2BB9DDDBA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92" t="56768" r="7080" b="7047"/>
          <a:stretch>
            <a:fillRect/>
          </a:stretch>
        </p:blipFill>
        <p:spPr>
          <a:xfrm>
            <a:off x="6680908" y="3970660"/>
            <a:ext cx="6106982" cy="32528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C64BAE-72A4-62B2-7167-104A7A66BC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" t="56768" r="53482" b="7047"/>
          <a:stretch>
            <a:fillRect/>
          </a:stretch>
        </p:blipFill>
        <p:spPr>
          <a:xfrm>
            <a:off x="517896" y="3970660"/>
            <a:ext cx="6106982" cy="3252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796782-0F52-65DD-7CA6-5CE7F6BDA0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 t="11113" r="53528" b="52702"/>
          <a:stretch>
            <a:fillRect/>
          </a:stretch>
        </p:blipFill>
        <p:spPr>
          <a:xfrm>
            <a:off x="517896" y="662363"/>
            <a:ext cx="6106982" cy="3252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A69E3A-F525-2B10-4D58-E0148C0D1E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36" t="11113" r="7136" b="52702"/>
          <a:stretch>
            <a:fillRect/>
          </a:stretch>
        </p:blipFill>
        <p:spPr>
          <a:xfrm>
            <a:off x="6680908" y="662363"/>
            <a:ext cx="6106982" cy="32528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8C1C0D-B4DE-E987-60B7-3605F8070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" t="11390" r="53573" b="52696"/>
          <a:stretch>
            <a:fillRect/>
          </a:stretch>
        </p:blipFill>
        <p:spPr>
          <a:xfrm>
            <a:off x="6680908" y="7659846"/>
            <a:ext cx="6106981" cy="325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B8CD1F-3690-9EF8-047E-96A9DCF1C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59" t="58622" r="7576" b="5464"/>
          <a:stretch>
            <a:fillRect/>
          </a:stretch>
        </p:blipFill>
        <p:spPr>
          <a:xfrm>
            <a:off x="517896" y="7659846"/>
            <a:ext cx="6106981" cy="3254400"/>
          </a:xfrm>
          <a:prstGeom prst="rect">
            <a:avLst/>
          </a:prstGeom>
        </p:spPr>
      </p:pic>
      <p:sp>
        <p:nvSpPr>
          <p:cNvPr id="38" name="Rechteck 10">
            <a:extLst>
              <a:ext uri="{FF2B5EF4-FFF2-40B4-BE49-F238E27FC236}">
                <a16:creationId xmlns:a16="http://schemas.microsoft.com/office/drawing/2014/main" id="{7B1792A4-3F54-C3CA-A54E-605437C1149B}"/>
              </a:ext>
            </a:extLst>
          </p:cNvPr>
          <p:cNvSpPr/>
          <p:nvPr/>
        </p:nvSpPr>
        <p:spPr>
          <a:xfrm>
            <a:off x="517899" y="252536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Simplistic</a:t>
            </a: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39" name="Rechteck 11">
            <a:extLst>
              <a:ext uri="{FF2B5EF4-FFF2-40B4-BE49-F238E27FC236}">
                <a16:creationId xmlns:a16="http://schemas.microsoft.com/office/drawing/2014/main" id="{421CFB58-1644-3B94-A5BE-D227F6927D06}"/>
              </a:ext>
            </a:extLst>
          </p:cNvPr>
          <p:cNvSpPr/>
          <p:nvPr/>
        </p:nvSpPr>
        <p:spPr>
          <a:xfrm>
            <a:off x="6689179" y="252536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Realistic</a:t>
            </a: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0" name="Rechteck 12">
            <a:extLst>
              <a:ext uri="{FF2B5EF4-FFF2-40B4-BE49-F238E27FC236}">
                <a16:creationId xmlns:a16="http://schemas.microsoft.com/office/drawing/2014/main" id="{FCF4C45E-E450-B33C-15DB-E10CA1528BF1}"/>
              </a:ext>
            </a:extLst>
          </p:cNvPr>
          <p:cNvSpPr/>
          <p:nvPr/>
        </p:nvSpPr>
        <p:spPr>
          <a:xfrm rot="16200004">
            <a:off x="-1313425" y="2083861"/>
            <a:ext cx="3252845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SSS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1" name="Rechteck 13">
            <a:extLst>
              <a:ext uri="{FF2B5EF4-FFF2-40B4-BE49-F238E27FC236}">
                <a16:creationId xmlns:a16="http://schemas.microsoft.com/office/drawing/2014/main" id="{C5EC4A6C-72F8-8F74-C3DC-C60C86AE8CA9}"/>
              </a:ext>
            </a:extLst>
          </p:cNvPr>
          <p:cNvSpPr/>
          <p:nvPr/>
        </p:nvSpPr>
        <p:spPr>
          <a:xfrm rot="16200004">
            <a:off x="-1313448" y="5392158"/>
            <a:ext cx="3252845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DMD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pic>
        <p:nvPicPr>
          <p:cNvPr id="46" name="Grafik 17" descr="Ein Bild, das Text, Screenshot, Schrift, Farbigkeit enthält.&#10;&#10;KI-generierte Inhalte können fehlerhaft sein.">
            <a:extLst>
              <a:ext uri="{FF2B5EF4-FFF2-40B4-BE49-F238E27FC236}">
                <a16:creationId xmlns:a16="http://schemas.microsoft.com/office/drawing/2014/main" id="{92306498-3474-3ECC-A861-5D9BEF6F55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1310" y="8128495"/>
            <a:ext cx="5829048" cy="264955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7" name="Rechteck 18">
            <a:extLst>
              <a:ext uri="{FF2B5EF4-FFF2-40B4-BE49-F238E27FC236}">
                <a16:creationId xmlns:a16="http://schemas.microsoft.com/office/drawing/2014/main" id="{96608F2B-A83D-2EE3-269F-E54BAF7BB152}"/>
              </a:ext>
            </a:extLst>
          </p:cNvPr>
          <p:cNvSpPr/>
          <p:nvPr/>
        </p:nvSpPr>
        <p:spPr>
          <a:xfrm>
            <a:off x="13213374" y="7715275"/>
            <a:ext cx="6106981" cy="325284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60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8" name="Rechteck 11">
            <a:extLst>
              <a:ext uri="{FF2B5EF4-FFF2-40B4-BE49-F238E27FC236}">
                <a16:creationId xmlns:a16="http://schemas.microsoft.com/office/drawing/2014/main" id="{12492600-5037-6EFC-1D36-268E31772FF2}"/>
              </a:ext>
            </a:extLst>
          </p:cNvPr>
          <p:cNvSpPr/>
          <p:nvPr/>
        </p:nvSpPr>
        <p:spPr>
          <a:xfrm>
            <a:off x="13213374" y="252536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|Realistic – Simplistic|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9" name="Rechteck 13">
            <a:extLst>
              <a:ext uri="{FF2B5EF4-FFF2-40B4-BE49-F238E27FC236}">
                <a16:creationId xmlns:a16="http://schemas.microsoft.com/office/drawing/2014/main" id="{76A83435-B950-ECB7-D4CE-15BDFACBA7F5}"/>
              </a:ext>
            </a:extLst>
          </p:cNvPr>
          <p:cNvSpPr/>
          <p:nvPr/>
        </p:nvSpPr>
        <p:spPr>
          <a:xfrm rot="16200004">
            <a:off x="-1313448" y="9081344"/>
            <a:ext cx="3252845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sz="20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|DMD-SSS|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50" name="Textfeld 22">
            <a:extLst>
              <a:ext uri="{FF2B5EF4-FFF2-40B4-BE49-F238E27FC236}">
                <a16:creationId xmlns:a16="http://schemas.microsoft.com/office/drawing/2014/main" id="{28EFC223-F540-8942-2C3D-33916027BEF8}"/>
              </a:ext>
            </a:extLst>
          </p:cNvPr>
          <p:cNvSpPr txBox="1"/>
          <p:nvPr/>
        </p:nvSpPr>
        <p:spPr>
          <a:xfrm>
            <a:off x="517899" y="607934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1200" cap="none" spc="0" baseline="0" dirty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a</a:t>
            </a:r>
          </a:p>
        </p:txBody>
      </p:sp>
      <p:sp>
        <p:nvSpPr>
          <p:cNvPr id="51" name="Textfeld 23">
            <a:extLst>
              <a:ext uri="{FF2B5EF4-FFF2-40B4-BE49-F238E27FC236}">
                <a16:creationId xmlns:a16="http://schemas.microsoft.com/office/drawing/2014/main" id="{19B156A3-C1C1-D733-3DA1-AA188BF7114B}"/>
              </a:ext>
            </a:extLst>
          </p:cNvPr>
          <p:cNvSpPr txBox="1"/>
          <p:nvPr/>
        </p:nvSpPr>
        <p:spPr>
          <a:xfrm>
            <a:off x="6680908" y="607934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b</a:t>
            </a:r>
            <a:endParaRPr lang="de-CH" sz="2800" b="1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52" name="Textfeld 24">
            <a:extLst>
              <a:ext uri="{FF2B5EF4-FFF2-40B4-BE49-F238E27FC236}">
                <a16:creationId xmlns:a16="http://schemas.microsoft.com/office/drawing/2014/main" id="{35A44D69-9F88-46E1-E985-FB19969B4A30}"/>
              </a:ext>
            </a:extLst>
          </p:cNvPr>
          <p:cNvSpPr txBox="1"/>
          <p:nvPr/>
        </p:nvSpPr>
        <p:spPr>
          <a:xfrm>
            <a:off x="517899" y="3916231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c</a:t>
            </a:r>
            <a:endParaRPr lang="de-CH" sz="2800" b="1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53" name="Textfeld 25">
            <a:extLst>
              <a:ext uri="{FF2B5EF4-FFF2-40B4-BE49-F238E27FC236}">
                <a16:creationId xmlns:a16="http://schemas.microsoft.com/office/drawing/2014/main" id="{45568C9B-990B-815D-D2B7-957F8D58F5CB}"/>
              </a:ext>
            </a:extLst>
          </p:cNvPr>
          <p:cNvSpPr txBox="1"/>
          <p:nvPr/>
        </p:nvSpPr>
        <p:spPr>
          <a:xfrm>
            <a:off x="6680908" y="3916231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d</a:t>
            </a:r>
            <a:endParaRPr lang="de-CH" sz="2800" b="1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54" name="Textfeld 26">
            <a:extLst>
              <a:ext uri="{FF2B5EF4-FFF2-40B4-BE49-F238E27FC236}">
                <a16:creationId xmlns:a16="http://schemas.microsoft.com/office/drawing/2014/main" id="{2687B7B7-C618-BF97-59A4-F569E116019C}"/>
              </a:ext>
            </a:extLst>
          </p:cNvPr>
          <p:cNvSpPr txBox="1"/>
          <p:nvPr/>
        </p:nvSpPr>
        <p:spPr>
          <a:xfrm>
            <a:off x="13213374" y="607934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1200" cap="none" spc="0" baseline="0" dirty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|b-a|</a:t>
            </a:r>
          </a:p>
        </p:txBody>
      </p:sp>
      <p:sp>
        <p:nvSpPr>
          <p:cNvPr id="55" name="Textfeld 27">
            <a:extLst>
              <a:ext uri="{FF2B5EF4-FFF2-40B4-BE49-F238E27FC236}">
                <a16:creationId xmlns:a16="http://schemas.microsoft.com/office/drawing/2014/main" id="{DBE64219-12F5-06BE-6B7E-981AFFD24D8D}"/>
              </a:ext>
            </a:extLst>
          </p:cNvPr>
          <p:cNvSpPr txBox="1"/>
          <p:nvPr/>
        </p:nvSpPr>
        <p:spPr>
          <a:xfrm>
            <a:off x="13213374" y="3916231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|d-c|</a:t>
            </a:r>
            <a:endParaRPr lang="de-CH" sz="2800" b="1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56" name="Textfeld 28">
            <a:extLst>
              <a:ext uri="{FF2B5EF4-FFF2-40B4-BE49-F238E27FC236}">
                <a16:creationId xmlns:a16="http://schemas.microsoft.com/office/drawing/2014/main" id="{AE057E25-BF88-284C-A7F2-11FE661C169A}"/>
              </a:ext>
            </a:extLst>
          </p:cNvPr>
          <p:cNvSpPr txBox="1"/>
          <p:nvPr/>
        </p:nvSpPr>
        <p:spPr>
          <a:xfrm>
            <a:off x="517899" y="7605417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120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|c-a|</a:t>
            </a:r>
          </a:p>
        </p:txBody>
      </p:sp>
      <p:sp>
        <p:nvSpPr>
          <p:cNvPr id="57" name="Textfeld 29">
            <a:extLst>
              <a:ext uri="{FF2B5EF4-FFF2-40B4-BE49-F238E27FC236}">
                <a16:creationId xmlns:a16="http://schemas.microsoft.com/office/drawing/2014/main" id="{15927960-DC25-59F0-B2D7-5D821CD8C25B}"/>
              </a:ext>
            </a:extLst>
          </p:cNvPr>
          <p:cNvSpPr txBox="1"/>
          <p:nvPr/>
        </p:nvSpPr>
        <p:spPr>
          <a:xfrm>
            <a:off x="6680908" y="7605417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120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|d-b|</a:t>
            </a:r>
          </a:p>
        </p:txBody>
      </p:sp>
      <p:pic>
        <p:nvPicPr>
          <p:cNvPr id="58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9F9B0877-61FF-93E1-E9C4-AE77F68739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197" t="93748" r="5570" b="2847"/>
          <a:stretch>
            <a:fillRect/>
          </a:stretch>
        </p:blipFill>
        <p:spPr>
          <a:xfrm>
            <a:off x="517899" y="10924579"/>
            <a:ext cx="6106981" cy="299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9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BC3D095A-1F39-1941-A88A-9DA45549C2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197" t="93748" r="5570" b="2847"/>
          <a:stretch>
            <a:fillRect/>
          </a:stretch>
        </p:blipFill>
        <p:spPr>
          <a:xfrm>
            <a:off x="6689179" y="10924579"/>
            <a:ext cx="6106981" cy="299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0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85B55A76-AEF2-8946-FEEF-B657795925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197" t="93748" r="5570" b="2847"/>
          <a:stretch>
            <a:fillRect/>
          </a:stretch>
        </p:blipFill>
        <p:spPr>
          <a:xfrm>
            <a:off x="13213374" y="7225378"/>
            <a:ext cx="6106981" cy="299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1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783DBD9E-F8B7-CAAC-BABD-55D07648C5C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4431" t="10872" r="405" b="52189"/>
          <a:stretch>
            <a:fillRect/>
          </a:stretch>
        </p:blipFill>
        <p:spPr>
          <a:xfrm>
            <a:off x="19298585" y="4000447"/>
            <a:ext cx="682143" cy="32528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2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B7A23CC6-0CF3-2F59-DA7A-2C80DD04D6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4431" t="10872" r="405" b="52189"/>
          <a:stretch>
            <a:fillRect/>
          </a:stretch>
        </p:blipFill>
        <p:spPr>
          <a:xfrm>
            <a:off x="19298585" y="662363"/>
            <a:ext cx="682143" cy="32528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3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A593CF97-9BA7-9179-A5E8-08A663CD61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4431" t="10872" r="405" b="52189"/>
          <a:stretch>
            <a:fillRect/>
          </a:stretch>
        </p:blipFill>
        <p:spPr>
          <a:xfrm>
            <a:off x="12796162" y="7715275"/>
            <a:ext cx="682143" cy="325284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72871EF-E53D-5E21-70AA-E2509B375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fik 4" descr="Ein Bild, das Text, Karte, Screenshot enthält.&#10;&#10;KI-generierte Inhalte können fehlerhaft sein.">
            <a:extLst>
              <a:ext uri="{FF2B5EF4-FFF2-40B4-BE49-F238E27FC236}">
                <a16:creationId xmlns:a16="http://schemas.microsoft.com/office/drawing/2014/main" id="{412A8298-A1F2-04BF-5CAE-CFD2A6874B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9" t="10771" r="52681" b="52053"/>
          <a:stretch>
            <a:fillRect/>
          </a:stretch>
        </p:blipFill>
        <p:spPr>
          <a:xfrm>
            <a:off x="517899" y="662386"/>
            <a:ext cx="6106981" cy="3252845"/>
          </a:xfrm>
          <a:prstGeom prst="rect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pic>
      <p:pic>
        <p:nvPicPr>
          <p:cNvPr id="35" name="Grafik 7" descr="Ein Bild, das Text, Karte, Screenshot enthält.&#10;&#10;KI-generierte Inhalte können fehlerhaft sein.">
            <a:extLst>
              <a:ext uri="{FF2B5EF4-FFF2-40B4-BE49-F238E27FC236}">
                <a16:creationId xmlns:a16="http://schemas.microsoft.com/office/drawing/2014/main" id="{4DFDDCB8-2C50-026C-065F-4075CDC81A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097" t="10771" r="5373" b="52053"/>
          <a:stretch>
            <a:fillRect/>
          </a:stretch>
        </p:blipFill>
        <p:spPr>
          <a:xfrm>
            <a:off x="6689179" y="662386"/>
            <a:ext cx="6106981" cy="3252845"/>
          </a:xfrm>
          <a:prstGeom prst="rect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pic>
      <p:pic>
        <p:nvPicPr>
          <p:cNvPr id="36" name="Grafik 8" descr="Ein Bild, das Text, Karte, Screenshot enthält.&#10;&#10;KI-generierte Inhalte können fehlerhaft sein.">
            <a:extLst>
              <a:ext uri="{FF2B5EF4-FFF2-40B4-BE49-F238E27FC236}">
                <a16:creationId xmlns:a16="http://schemas.microsoft.com/office/drawing/2014/main" id="{ECE0EF0D-94D5-8626-912A-22233A5A5A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088" t="56615" r="5382" b="6209"/>
          <a:stretch>
            <a:fillRect/>
          </a:stretch>
        </p:blipFill>
        <p:spPr>
          <a:xfrm>
            <a:off x="6689179" y="4000447"/>
            <a:ext cx="6106981" cy="3252845"/>
          </a:xfrm>
          <a:prstGeom prst="rect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pic>
      <p:pic>
        <p:nvPicPr>
          <p:cNvPr id="37" name="Grafik 9" descr="Ein Bild, das Text, Karte, Screenshot enthält.&#10;&#10;KI-generierte Inhalte können fehlerhaft sein.">
            <a:extLst>
              <a:ext uri="{FF2B5EF4-FFF2-40B4-BE49-F238E27FC236}">
                <a16:creationId xmlns:a16="http://schemas.microsoft.com/office/drawing/2014/main" id="{2B9D4FD8-318E-9E26-D70F-4E8B7B0A2A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097" t="56567" r="5373" b="6257"/>
          <a:stretch>
            <a:fillRect/>
          </a:stretch>
        </p:blipFill>
        <p:spPr>
          <a:xfrm>
            <a:off x="517899" y="4000447"/>
            <a:ext cx="6106981" cy="3252845"/>
          </a:xfrm>
          <a:prstGeom prst="rect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pic>
      <p:sp>
        <p:nvSpPr>
          <p:cNvPr id="38" name="Rechteck 10">
            <a:extLst>
              <a:ext uri="{FF2B5EF4-FFF2-40B4-BE49-F238E27FC236}">
                <a16:creationId xmlns:a16="http://schemas.microsoft.com/office/drawing/2014/main" id="{ACDF8B8F-CDDD-80B6-EDFE-C5D3901E15FA}"/>
              </a:ext>
            </a:extLst>
          </p:cNvPr>
          <p:cNvSpPr/>
          <p:nvPr/>
        </p:nvSpPr>
        <p:spPr>
          <a:xfrm>
            <a:off x="517899" y="252536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Simplistic</a:t>
            </a: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39" name="Rechteck 11">
            <a:extLst>
              <a:ext uri="{FF2B5EF4-FFF2-40B4-BE49-F238E27FC236}">
                <a16:creationId xmlns:a16="http://schemas.microsoft.com/office/drawing/2014/main" id="{3198C79B-E3E4-1495-3A36-7B4AB5644C46}"/>
              </a:ext>
            </a:extLst>
          </p:cNvPr>
          <p:cNvSpPr/>
          <p:nvPr/>
        </p:nvSpPr>
        <p:spPr>
          <a:xfrm>
            <a:off x="6689179" y="252536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Realistic</a:t>
            </a: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0" name="Rechteck 12">
            <a:extLst>
              <a:ext uri="{FF2B5EF4-FFF2-40B4-BE49-F238E27FC236}">
                <a16:creationId xmlns:a16="http://schemas.microsoft.com/office/drawing/2014/main" id="{2620CC7B-7E4B-CAD8-93FB-1C91F5296C71}"/>
              </a:ext>
            </a:extLst>
          </p:cNvPr>
          <p:cNvSpPr/>
          <p:nvPr/>
        </p:nvSpPr>
        <p:spPr>
          <a:xfrm rot="16200004">
            <a:off x="-1313425" y="2083886"/>
            <a:ext cx="3252845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SSS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1" name="Rechteck 13">
            <a:extLst>
              <a:ext uri="{FF2B5EF4-FFF2-40B4-BE49-F238E27FC236}">
                <a16:creationId xmlns:a16="http://schemas.microsoft.com/office/drawing/2014/main" id="{37EC6C54-C7DD-94FE-F4EE-0A27E3BC7DA4}"/>
              </a:ext>
            </a:extLst>
          </p:cNvPr>
          <p:cNvSpPr/>
          <p:nvPr/>
        </p:nvSpPr>
        <p:spPr>
          <a:xfrm rot="16200004">
            <a:off x="-1313448" y="5421944"/>
            <a:ext cx="3252845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DMD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pic>
        <p:nvPicPr>
          <p:cNvPr id="42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BEC3AFDD-0C3D-CD51-1221-37F847F159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4" t="10872" r="52903" b="52189"/>
          <a:stretch>
            <a:fillRect/>
          </a:stretch>
        </p:blipFill>
        <p:spPr>
          <a:xfrm>
            <a:off x="6689179" y="7715275"/>
            <a:ext cx="6106981" cy="3252845"/>
          </a:xfrm>
          <a:prstGeom prst="rect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pic>
      <p:pic>
        <p:nvPicPr>
          <p:cNvPr id="43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3757B586-AD85-B249-F517-759F8E7334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197" t="10872" r="5570" b="52189"/>
          <a:stretch>
            <a:fillRect/>
          </a:stretch>
        </p:blipFill>
        <p:spPr>
          <a:xfrm>
            <a:off x="13213374" y="4000447"/>
            <a:ext cx="6106981" cy="3252845"/>
          </a:xfrm>
          <a:prstGeom prst="rect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pic>
      <p:pic>
        <p:nvPicPr>
          <p:cNvPr id="44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42C8AD0D-2622-4082-F81E-5C97742727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197" t="56810" r="5570" b="6251"/>
          <a:stretch>
            <a:fillRect/>
          </a:stretch>
        </p:blipFill>
        <p:spPr>
          <a:xfrm>
            <a:off x="517899" y="7715275"/>
            <a:ext cx="6106981" cy="3252845"/>
          </a:xfrm>
          <a:prstGeom prst="rect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pic>
      <p:pic>
        <p:nvPicPr>
          <p:cNvPr id="45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5CA3EAD9-4E4E-1EC8-6E5B-32530E1CB4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1" t="56685" r="52916" b="6376"/>
          <a:stretch>
            <a:fillRect/>
          </a:stretch>
        </p:blipFill>
        <p:spPr>
          <a:xfrm>
            <a:off x="13213374" y="662386"/>
            <a:ext cx="6106981" cy="3252845"/>
          </a:xfrm>
          <a:prstGeom prst="rect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pic>
      <p:pic>
        <p:nvPicPr>
          <p:cNvPr id="46" name="Grafik 17" descr="Ein Bild, das Text, Screenshot, Schrift, Farbigkeit enthält.&#10;&#10;KI-generierte Inhalte können fehlerhaft sein.">
            <a:extLst>
              <a:ext uri="{FF2B5EF4-FFF2-40B4-BE49-F238E27FC236}">
                <a16:creationId xmlns:a16="http://schemas.microsoft.com/office/drawing/2014/main" id="{9A7FE7BB-8C19-51E2-A097-5F96D7F71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1310" y="8128495"/>
            <a:ext cx="5829048" cy="264955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7" name="Rechteck 18">
            <a:extLst>
              <a:ext uri="{FF2B5EF4-FFF2-40B4-BE49-F238E27FC236}">
                <a16:creationId xmlns:a16="http://schemas.microsoft.com/office/drawing/2014/main" id="{8638ED95-96CD-AEFD-2DED-C02ABCC0C280}"/>
              </a:ext>
            </a:extLst>
          </p:cNvPr>
          <p:cNvSpPr/>
          <p:nvPr/>
        </p:nvSpPr>
        <p:spPr>
          <a:xfrm>
            <a:off x="13213374" y="7715275"/>
            <a:ext cx="6106981" cy="325284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60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8" name="Rechteck 11">
            <a:extLst>
              <a:ext uri="{FF2B5EF4-FFF2-40B4-BE49-F238E27FC236}">
                <a16:creationId xmlns:a16="http://schemas.microsoft.com/office/drawing/2014/main" id="{906CBF82-AD3D-F083-7AFA-057F52B32A3E}"/>
              </a:ext>
            </a:extLst>
          </p:cNvPr>
          <p:cNvSpPr/>
          <p:nvPr/>
        </p:nvSpPr>
        <p:spPr>
          <a:xfrm>
            <a:off x="13213374" y="252536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|Realistic – Simplistic|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9" name="Rechteck 13">
            <a:extLst>
              <a:ext uri="{FF2B5EF4-FFF2-40B4-BE49-F238E27FC236}">
                <a16:creationId xmlns:a16="http://schemas.microsoft.com/office/drawing/2014/main" id="{D3CD431B-04A6-BE2D-676E-DD6DB81822BA}"/>
              </a:ext>
            </a:extLst>
          </p:cNvPr>
          <p:cNvSpPr/>
          <p:nvPr/>
        </p:nvSpPr>
        <p:spPr>
          <a:xfrm rot="16200004">
            <a:off x="-1313448" y="9136773"/>
            <a:ext cx="3252845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sz="20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|DMD-SSS|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50" name="Textfeld 22">
            <a:extLst>
              <a:ext uri="{FF2B5EF4-FFF2-40B4-BE49-F238E27FC236}">
                <a16:creationId xmlns:a16="http://schemas.microsoft.com/office/drawing/2014/main" id="{3F0BCD5C-41F5-70E1-5297-B5F932966FDD}"/>
              </a:ext>
            </a:extLst>
          </p:cNvPr>
          <p:cNvSpPr txBox="1"/>
          <p:nvPr/>
        </p:nvSpPr>
        <p:spPr>
          <a:xfrm>
            <a:off x="517899" y="662363"/>
            <a:ext cx="930392" cy="356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b="1" i="0" u="none" strike="noStrike" kern="1200" cap="none" spc="0" baseline="0" dirty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a</a:t>
            </a:r>
          </a:p>
        </p:txBody>
      </p:sp>
      <p:sp>
        <p:nvSpPr>
          <p:cNvPr id="51" name="Textfeld 23">
            <a:extLst>
              <a:ext uri="{FF2B5EF4-FFF2-40B4-BE49-F238E27FC236}">
                <a16:creationId xmlns:a16="http://schemas.microsoft.com/office/drawing/2014/main" id="{E314B18B-D310-270F-7A00-DD7D0A5E4A1E}"/>
              </a:ext>
            </a:extLst>
          </p:cNvPr>
          <p:cNvSpPr txBox="1"/>
          <p:nvPr/>
        </p:nvSpPr>
        <p:spPr>
          <a:xfrm>
            <a:off x="6680908" y="662363"/>
            <a:ext cx="930392" cy="356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b</a:t>
            </a:r>
            <a:endParaRPr lang="de-CH" b="1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52" name="Textfeld 24">
            <a:extLst>
              <a:ext uri="{FF2B5EF4-FFF2-40B4-BE49-F238E27FC236}">
                <a16:creationId xmlns:a16="http://schemas.microsoft.com/office/drawing/2014/main" id="{A8EC9DB9-549B-E24C-F48B-4B99DBA9A2A8}"/>
              </a:ext>
            </a:extLst>
          </p:cNvPr>
          <p:cNvSpPr txBox="1"/>
          <p:nvPr/>
        </p:nvSpPr>
        <p:spPr>
          <a:xfrm>
            <a:off x="517899" y="3970663"/>
            <a:ext cx="930392" cy="356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c</a:t>
            </a:r>
            <a:endParaRPr lang="de-CH" b="1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53" name="Textfeld 25">
            <a:extLst>
              <a:ext uri="{FF2B5EF4-FFF2-40B4-BE49-F238E27FC236}">
                <a16:creationId xmlns:a16="http://schemas.microsoft.com/office/drawing/2014/main" id="{1B583ED0-EBA8-6120-B335-C5943EA6AACA}"/>
              </a:ext>
            </a:extLst>
          </p:cNvPr>
          <p:cNvSpPr txBox="1"/>
          <p:nvPr/>
        </p:nvSpPr>
        <p:spPr>
          <a:xfrm>
            <a:off x="6680908" y="3970663"/>
            <a:ext cx="930392" cy="356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d</a:t>
            </a:r>
            <a:endParaRPr lang="de-CH" b="1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54" name="Textfeld 26">
            <a:extLst>
              <a:ext uri="{FF2B5EF4-FFF2-40B4-BE49-F238E27FC236}">
                <a16:creationId xmlns:a16="http://schemas.microsoft.com/office/drawing/2014/main" id="{8ACA0DC7-6E0F-DD14-2ACD-F879AEC52FC6}"/>
              </a:ext>
            </a:extLst>
          </p:cNvPr>
          <p:cNvSpPr txBox="1"/>
          <p:nvPr/>
        </p:nvSpPr>
        <p:spPr>
          <a:xfrm>
            <a:off x="13213374" y="662363"/>
            <a:ext cx="930392" cy="356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b="1" i="0" u="none" strike="noStrike" kern="120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|b-a|</a:t>
            </a:r>
          </a:p>
        </p:txBody>
      </p:sp>
      <p:sp>
        <p:nvSpPr>
          <p:cNvPr id="55" name="Textfeld 27">
            <a:extLst>
              <a:ext uri="{FF2B5EF4-FFF2-40B4-BE49-F238E27FC236}">
                <a16:creationId xmlns:a16="http://schemas.microsoft.com/office/drawing/2014/main" id="{16FA3CDD-0472-D28B-DB71-CF0434EB0FC7}"/>
              </a:ext>
            </a:extLst>
          </p:cNvPr>
          <p:cNvSpPr txBox="1"/>
          <p:nvPr/>
        </p:nvSpPr>
        <p:spPr>
          <a:xfrm>
            <a:off x="13213374" y="3970663"/>
            <a:ext cx="930392" cy="356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|d-c|</a:t>
            </a:r>
            <a:endParaRPr lang="de-CH" b="1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56" name="Textfeld 28">
            <a:extLst>
              <a:ext uri="{FF2B5EF4-FFF2-40B4-BE49-F238E27FC236}">
                <a16:creationId xmlns:a16="http://schemas.microsoft.com/office/drawing/2014/main" id="{EEAA580C-01E3-5786-1E5A-ACC536B0CB2A}"/>
              </a:ext>
            </a:extLst>
          </p:cNvPr>
          <p:cNvSpPr txBox="1"/>
          <p:nvPr/>
        </p:nvSpPr>
        <p:spPr>
          <a:xfrm>
            <a:off x="517899" y="7659846"/>
            <a:ext cx="930392" cy="356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b="1" i="0" u="none" strike="noStrike" kern="120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|c-a|</a:t>
            </a:r>
          </a:p>
        </p:txBody>
      </p:sp>
      <p:sp>
        <p:nvSpPr>
          <p:cNvPr id="57" name="Textfeld 29">
            <a:extLst>
              <a:ext uri="{FF2B5EF4-FFF2-40B4-BE49-F238E27FC236}">
                <a16:creationId xmlns:a16="http://schemas.microsoft.com/office/drawing/2014/main" id="{EC4A73C4-CAA6-CD2F-A31A-B76ABA009AE2}"/>
              </a:ext>
            </a:extLst>
          </p:cNvPr>
          <p:cNvSpPr txBox="1"/>
          <p:nvPr/>
        </p:nvSpPr>
        <p:spPr>
          <a:xfrm>
            <a:off x="6680908" y="7659846"/>
            <a:ext cx="930392" cy="356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b="1" i="0" u="none" strike="noStrike" kern="120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|d-b|</a:t>
            </a:r>
          </a:p>
        </p:txBody>
      </p:sp>
      <p:pic>
        <p:nvPicPr>
          <p:cNvPr id="58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A51A38F5-B11A-5CB8-CC0C-8F064E3604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197" t="93748" r="5570" b="2847"/>
          <a:stretch>
            <a:fillRect/>
          </a:stretch>
        </p:blipFill>
        <p:spPr>
          <a:xfrm>
            <a:off x="517899" y="10968123"/>
            <a:ext cx="6106981" cy="299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9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90F53A7A-585B-F67C-08E0-2DF38F17FC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197" t="93748" r="5570" b="2847"/>
          <a:stretch>
            <a:fillRect/>
          </a:stretch>
        </p:blipFill>
        <p:spPr>
          <a:xfrm>
            <a:off x="6689179" y="10968123"/>
            <a:ext cx="6106981" cy="299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0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82F3E4CF-8A3C-BE92-4ED8-C08AAE7260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197" t="93748" r="5570" b="2847"/>
          <a:stretch>
            <a:fillRect/>
          </a:stretch>
        </p:blipFill>
        <p:spPr>
          <a:xfrm>
            <a:off x="13213374" y="7253295"/>
            <a:ext cx="6106981" cy="299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1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49BE930E-FF48-5B3B-36E6-F6E0260AFF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4431" t="10872" r="405" b="52189"/>
          <a:stretch>
            <a:fillRect/>
          </a:stretch>
        </p:blipFill>
        <p:spPr>
          <a:xfrm>
            <a:off x="19320357" y="4000447"/>
            <a:ext cx="682143" cy="32528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2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2C9A7F5F-7770-BCED-30AF-4CA143EE3B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4431" t="10872" r="405" b="52189"/>
          <a:stretch>
            <a:fillRect/>
          </a:stretch>
        </p:blipFill>
        <p:spPr>
          <a:xfrm>
            <a:off x="19320357" y="662363"/>
            <a:ext cx="682143" cy="32528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3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201C0935-26DE-3E28-7E4D-E8E3EA2335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4431" t="10872" r="405" b="52189"/>
          <a:stretch>
            <a:fillRect/>
          </a:stretch>
        </p:blipFill>
        <p:spPr>
          <a:xfrm>
            <a:off x="12796162" y="7715275"/>
            <a:ext cx="682143" cy="325284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862456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C35BF-A57E-642F-B287-3AC35C25D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4879044D-A55D-87D5-DE11-3E39C63ADB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431" t="10872" r="405" b="52189"/>
          <a:stretch>
            <a:fillRect/>
          </a:stretch>
        </p:blipFill>
        <p:spPr>
          <a:xfrm>
            <a:off x="12792267" y="732866"/>
            <a:ext cx="682143" cy="32528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3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DB158A39-C4F5-46BA-C2C1-908891E11A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431" t="10872" r="405" b="52189"/>
          <a:stretch>
            <a:fillRect/>
          </a:stretch>
        </p:blipFill>
        <p:spPr>
          <a:xfrm>
            <a:off x="12792267" y="4461657"/>
            <a:ext cx="682143" cy="32528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84CE069-86E0-87F5-AB9C-BC627DEDD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" t="58622" r="53520" b="5464"/>
          <a:stretch>
            <a:fillRect/>
          </a:stretch>
        </p:blipFill>
        <p:spPr>
          <a:xfrm>
            <a:off x="517902" y="732089"/>
            <a:ext cx="6106982" cy="32544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3FFF859-8E5F-8C42-FF87-6AC5482CE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46" t="11466" r="7589" b="52620"/>
          <a:stretch>
            <a:fillRect/>
          </a:stretch>
        </p:blipFill>
        <p:spPr>
          <a:xfrm>
            <a:off x="6709296" y="732090"/>
            <a:ext cx="6106981" cy="325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C82C20-B444-4505-5E2B-3FD422640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" t="11390" r="53573" b="52696"/>
          <a:stretch>
            <a:fillRect/>
          </a:stretch>
        </p:blipFill>
        <p:spPr>
          <a:xfrm>
            <a:off x="6709295" y="4460102"/>
            <a:ext cx="6106981" cy="325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8759BC6-4652-4BDE-11C1-90451AA18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59" t="58622" r="7576" b="5464"/>
          <a:stretch>
            <a:fillRect/>
          </a:stretch>
        </p:blipFill>
        <p:spPr>
          <a:xfrm>
            <a:off x="517902" y="4460102"/>
            <a:ext cx="6106981" cy="3254400"/>
          </a:xfrm>
          <a:prstGeom prst="rect">
            <a:avLst/>
          </a:prstGeom>
        </p:spPr>
      </p:pic>
      <p:sp>
        <p:nvSpPr>
          <p:cNvPr id="38" name="Rechteck 10">
            <a:extLst>
              <a:ext uri="{FF2B5EF4-FFF2-40B4-BE49-F238E27FC236}">
                <a16:creationId xmlns:a16="http://schemas.microsoft.com/office/drawing/2014/main" id="{0CD2A783-AC8F-0100-DDCC-0C46CF0A1501}"/>
              </a:ext>
            </a:extLst>
          </p:cNvPr>
          <p:cNvSpPr/>
          <p:nvPr/>
        </p:nvSpPr>
        <p:spPr>
          <a:xfrm>
            <a:off x="517901" y="322240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SSS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39" name="Rechteck 11">
            <a:extLst>
              <a:ext uri="{FF2B5EF4-FFF2-40B4-BE49-F238E27FC236}">
                <a16:creationId xmlns:a16="http://schemas.microsoft.com/office/drawing/2014/main" id="{93FDD50D-B6AC-30B1-611E-13460A1B50BF}"/>
              </a:ext>
            </a:extLst>
          </p:cNvPr>
          <p:cNvSpPr/>
          <p:nvPr/>
        </p:nvSpPr>
        <p:spPr>
          <a:xfrm>
            <a:off x="6709295" y="302678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DMD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0" name="Rechteck 12">
            <a:extLst>
              <a:ext uri="{FF2B5EF4-FFF2-40B4-BE49-F238E27FC236}">
                <a16:creationId xmlns:a16="http://schemas.microsoft.com/office/drawing/2014/main" id="{33412CC3-8B43-9220-D80A-0249CC1E3EED}"/>
              </a:ext>
            </a:extLst>
          </p:cNvPr>
          <p:cNvSpPr/>
          <p:nvPr/>
        </p:nvSpPr>
        <p:spPr>
          <a:xfrm rot="16200004">
            <a:off x="-1313447" y="2155142"/>
            <a:ext cx="3252845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dirty="0">
                <a:solidFill>
                  <a:srgbClr val="000000"/>
                </a:solidFill>
                <a:latin typeface="Arial" pitchFamily="34"/>
                <a:cs typeface="Arial" pitchFamily="34"/>
              </a:rPr>
              <a:t>|</a:t>
            </a:r>
            <a:r>
              <a:rPr lang="de-CH" dirty="0" err="1">
                <a:solidFill>
                  <a:srgbClr val="000000"/>
                </a:solidFill>
                <a:latin typeface="Arial" pitchFamily="34"/>
                <a:cs typeface="Arial" pitchFamily="34"/>
              </a:rPr>
              <a:t>Realistic</a:t>
            </a:r>
            <a:r>
              <a:rPr lang="de-CH" dirty="0">
                <a:solidFill>
                  <a:srgbClr val="000000"/>
                </a:solidFill>
                <a:latin typeface="Arial" pitchFamily="34"/>
                <a:cs typeface="Arial" pitchFamily="34"/>
              </a:rPr>
              <a:t> – </a:t>
            </a:r>
            <a:r>
              <a:rPr lang="de-CH" dirty="0" err="1">
                <a:solidFill>
                  <a:srgbClr val="000000"/>
                </a:solidFill>
                <a:latin typeface="Arial" pitchFamily="34"/>
                <a:cs typeface="Arial" pitchFamily="34"/>
              </a:rPr>
              <a:t>Simplistic</a:t>
            </a:r>
            <a:r>
              <a:rPr lang="de-CH" dirty="0">
                <a:solidFill>
                  <a:srgbClr val="000000"/>
                </a:solidFill>
                <a:latin typeface="Arial" pitchFamily="34"/>
                <a:cs typeface="Arial" pitchFamily="34"/>
              </a:rPr>
              <a:t>|</a:t>
            </a:r>
            <a:endParaRPr lang="en-US" sz="2000" dirty="0">
              <a:solidFill>
                <a:srgbClr val="000000"/>
              </a:solidFill>
              <a:latin typeface="Arial" pitchFamily="34"/>
              <a:cs typeface="Arial" pitchFamily="34"/>
            </a:endParaRPr>
          </a:p>
        </p:txBody>
      </p:sp>
      <p:sp>
        <p:nvSpPr>
          <p:cNvPr id="41" name="Rechteck 13">
            <a:extLst>
              <a:ext uri="{FF2B5EF4-FFF2-40B4-BE49-F238E27FC236}">
                <a16:creationId xmlns:a16="http://schemas.microsoft.com/office/drawing/2014/main" id="{81464485-9D6C-1767-7B9A-5FF44FA8AF46}"/>
              </a:ext>
            </a:extLst>
          </p:cNvPr>
          <p:cNvSpPr/>
          <p:nvPr/>
        </p:nvSpPr>
        <p:spPr>
          <a:xfrm rot="16200004">
            <a:off x="-1313446" y="5883154"/>
            <a:ext cx="3252845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dirty="0">
                <a:solidFill>
                  <a:srgbClr val="000000"/>
                </a:solidFill>
                <a:latin typeface="Arial" pitchFamily="34"/>
                <a:cs typeface="Arial" pitchFamily="34"/>
              </a:rPr>
              <a:t>|DMD-SSS|</a:t>
            </a:r>
            <a:endParaRPr lang="en-US" dirty="0">
              <a:solidFill>
                <a:srgbClr val="000000"/>
              </a:solidFill>
              <a:latin typeface="Arial" pitchFamily="34"/>
              <a:cs typeface="Arial" pitchFamily="34"/>
            </a:endParaRPr>
          </a:p>
        </p:txBody>
      </p:sp>
      <p:pic>
        <p:nvPicPr>
          <p:cNvPr id="46" name="Grafik 17" descr="Ein Bild, das Text, Screenshot, Schrift, Farbigkeit enthält.&#10;&#10;KI-generierte Inhalte können fehlerhaft sein.">
            <a:extLst>
              <a:ext uri="{FF2B5EF4-FFF2-40B4-BE49-F238E27FC236}">
                <a16:creationId xmlns:a16="http://schemas.microsoft.com/office/drawing/2014/main" id="{DE3C5B58-B705-6CF3-A311-645ECDB86F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7777"/>
          <a:stretch>
            <a:fillRect/>
          </a:stretch>
        </p:blipFill>
        <p:spPr>
          <a:xfrm>
            <a:off x="3752564" y="8003639"/>
            <a:ext cx="5829048" cy="138368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7" name="Rechteck 18">
            <a:extLst>
              <a:ext uri="{FF2B5EF4-FFF2-40B4-BE49-F238E27FC236}">
                <a16:creationId xmlns:a16="http://schemas.microsoft.com/office/drawing/2014/main" id="{8CFA533A-D3F0-3B69-82B7-BF4C7F10A278}"/>
              </a:ext>
            </a:extLst>
          </p:cNvPr>
          <p:cNvSpPr/>
          <p:nvPr/>
        </p:nvSpPr>
        <p:spPr>
          <a:xfrm>
            <a:off x="13213374" y="7715275"/>
            <a:ext cx="6106981" cy="325284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60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4" name="Textfeld 26">
            <a:extLst>
              <a:ext uri="{FF2B5EF4-FFF2-40B4-BE49-F238E27FC236}">
                <a16:creationId xmlns:a16="http://schemas.microsoft.com/office/drawing/2014/main" id="{3CA4A516-07C0-5CF1-0753-1048B72BC9FB}"/>
              </a:ext>
            </a:extLst>
          </p:cNvPr>
          <p:cNvSpPr txBox="1"/>
          <p:nvPr/>
        </p:nvSpPr>
        <p:spPr>
          <a:xfrm>
            <a:off x="602313" y="3128829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1200" cap="none" spc="0" baseline="0" dirty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|a-b|</a:t>
            </a:r>
          </a:p>
        </p:txBody>
      </p:sp>
      <p:sp>
        <p:nvSpPr>
          <p:cNvPr id="55" name="Textfeld 27">
            <a:extLst>
              <a:ext uri="{FF2B5EF4-FFF2-40B4-BE49-F238E27FC236}">
                <a16:creationId xmlns:a16="http://schemas.microsoft.com/office/drawing/2014/main" id="{3D20021E-6942-02AF-143F-D0EA2D2BB439}"/>
              </a:ext>
            </a:extLst>
          </p:cNvPr>
          <p:cNvSpPr txBox="1"/>
          <p:nvPr/>
        </p:nvSpPr>
        <p:spPr>
          <a:xfrm>
            <a:off x="6766300" y="3128828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0" cap="none" spc="0" baseline="0" dirty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|c-d|</a:t>
            </a:r>
            <a:endParaRPr lang="de-CH" sz="2800" b="1" i="0" u="none" strike="noStrike" kern="1200" cap="none" spc="0" baseline="0" dirty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56" name="Textfeld 28">
            <a:extLst>
              <a:ext uri="{FF2B5EF4-FFF2-40B4-BE49-F238E27FC236}">
                <a16:creationId xmlns:a16="http://schemas.microsoft.com/office/drawing/2014/main" id="{02F15EAF-D999-E88A-041F-24DDE845459F}"/>
              </a:ext>
            </a:extLst>
          </p:cNvPr>
          <p:cNvSpPr txBox="1"/>
          <p:nvPr/>
        </p:nvSpPr>
        <p:spPr>
          <a:xfrm>
            <a:off x="602313" y="6858395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1200" cap="none" spc="0" baseline="0" dirty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|a-c|</a:t>
            </a:r>
          </a:p>
        </p:txBody>
      </p:sp>
      <p:sp>
        <p:nvSpPr>
          <p:cNvPr id="57" name="Textfeld 29">
            <a:extLst>
              <a:ext uri="{FF2B5EF4-FFF2-40B4-BE49-F238E27FC236}">
                <a16:creationId xmlns:a16="http://schemas.microsoft.com/office/drawing/2014/main" id="{C68E213C-2FFA-9F1D-B7D2-72AE4F2BB340}"/>
              </a:ext>
            </a:extLst>
          </p:cNvPr>
          <p:cNvSpPr txBox="1"/>
          <p:nvPr/>
        </p:nvSpPr>
        <p:spPr>
          <a:xfrm>
            <a:off x="6766300" y="6888289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1200" cap="none" spc="0" baseline="0" dirty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|d-b|</a:t>
            </a:r>
          </a:p>
        </p:txBody>
      </p:sp>
      <p:pic>
        <p:nvPicPr>
          <p:cNvPr id="58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145361AB-776C-F257-F346-7AC5F37F2D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97" t="93748" r="5570" b="2847"/>
          <a:stretch>
            <a:fillRect/>
          </a:stretch>
        </p:blipFill>
        <p:spPr>
          <a:xfrm>
            <a:off x="517901" y="7714502"/>
            <a:ext cx="6106981" cy="299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9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76637855-9222-7D43-C0F8-462E035044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97" t="93748" r="5570" b="2847"/>
          <a:stretch>
            <a:fillRect/>
          </a:stretch>
        </p:blipFill>
        <p:spPr>
          <a:xfrm>
            <a:off x="6709293" y="7703811"/>
            <a:ext cx="6106981" cy="2998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hteck 10">
            <a:extLst>
              <a:ext uri="{FF2B5EF4-FFF2-40B4-BE49-F238E27FC236}">
                <a16:creationId xmlns:a16="http://schemas.microsoft.com/office/drawing/2014/main" id="{C6CB1525-D269-3AF2-1A67-CC31042ADD3C}"/>
              </a:ext>
            </a:extLst>
          </p:cNvPr>
          <p:cNvSpPr/>
          <p:nvPr/>
        </p:nvSpPr>
        <p:spPr>
          <a:xfrm>
            <a:off x="517902" y="4051806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Simplistic</a:t>
            </a: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7" name="Rechteck 11">
            <a:extLst>
              <a:ext uri="{FF2B5EF4-FFF2-40B4-BE49-F238E27FC236}">
                <a16:creationId xmlns:a16="http://schemas.microsoft.com/office/drawing/2014/main" id="{080DB002-6457-1970-7016-0236C19578A3}"/>
              </a:ext>
            </a:extLst>
          </p:cNvPr>
          <p:cNvSpPr/>
          <p:nvPr/>
        </p:nvSpPr>
        <p:spPr>
          <a:xfrm>
            <a:off x="6709294" y="4050252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Realistic</a:t>
            </a: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93284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CB827-AAD4-BEFB-E36D-6089E4785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B8DBF6FC-7230-22DF-1D92-DE26EDCCAE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431" t="10872" r="405" b="52189"/>
          <a:stretch>
            <a:fillRect/>
          </a:stretch>
        </p:blipFill>
        <p:spPr>
          <a:xfrm>
            <a:off x="12787433" y="733645"/>
            <a:ext cx="682143" cy="32528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DDE10C74-8B6A-E034-F986-B2F1C302F7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431" t="10872" r="405" b="52189"/>
          <a:stretch>
            <a:fillRect/>
          </a:stretch>
        </p:blipFill>
        <p:spPr>
          <a:xfrm>
            <a:off x="12787433" y="4467846"/>
            <a:ext cx="682143" cy="32528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8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B6393DB7-E5B8-A6A0-DC63-AC6735A496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97" t="93748" r="5570" b="2847"/>
          <a:stretch>
            <a:fillRect/>
          </a:stretch>
        </p:blipFill>
        <p:spPr>
          <a:xfrm>
            <a:off x="538010" y="7722246"/>
            <a:ext cx="6106981" cy="299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9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08D7EBB5-DB74-5906-8733-C4772A80A7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97" t="93748" r="5570" b="2847"/>
          <a:stretch>
            <a:fillRect/>
          </a:stretch>
        </p:blipFill>
        <p:spPr>
          <a:xfrm>
            <a:off x="6709290" y="7722246"/>
            <a:ext cx="6106981" cy="2998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Rechteck 10">
            <a:extLst>
              <a:ext uri="{FF2B5EF4-FFF2-40B4-BE49-F238E27FC236}">
                <a16:creationId xmlns:a16="http://schemas.microsoft.com/office/drawing/2014/main" id="{12D9418D-2AB2-CC68-18C7-CDA38DDE42B4}"/>
              </a:ext>
            </a:extLst>
          </p:cNvPr>
          <p:cNvSpPr/>
          <p:nvPr/>
        </p:nvSpPr>
        <p:spPr>
          <a:xfrm>
            <a:off x="517901" y="322240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Simplistic</a:t>
            </a: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5" name="Rechteck 11">
            <a:extLst>
              <a:ext uri="{FF2B5EF4-FFF2-40B4-BE49-F238E27FC236}">
                <a16:creationId xmlns:a16="http://schemas.microsoft.com/office/drawing/2014/main" id="{84C50E11-1877-5107-833A-4FF44CACCCD8}"/>
              </a:ext>
            </a:extLst>
          </p:cNvPr>
          <p:cNvSpPr/>
          <p:nvPr/>
        </p:nvSpPr>
        <p:spPr>
          <a:xfrm>
            <a:off x="6709295" y="302678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Realistic</a:t>
            </a: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6" name="Rechteck 12">
            <a:extLst>
              <a:ext uri="{FF2B5EF4-FFF2-40B4-BE49-F238E27FC236}">
                <a16:creationId xmlns:a16="http://schemas.microsoft.com/office/drawing/2014/main" id="{B4356279-B8D7-303C-E026-647C3B350EFC}"/>
              </a:ext>
            </a:extLst>
          </p:cNvPr>
          <p:cNvSpPr/>
          <p:nvPr/>
        </p:nvSpPr>
        <p:spPr>
          <a:xfrm rot="16200004">
            <a:off x="-1313447" y="2155142"/>
            <a:ext cx="3252845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dirty="0">
                <a:solidFill>
                  <a:srgbClr val="000000"/>
                </a:solidFill>
                <a:latin typeface="Arial" pitchFamily="34"/>
                <a:cs typeface="Arial" pitchFamily="34"/>
              </a:rPr>
              <a:t>SSS</a:t>
            </a:r>
            <a:endParaRPr lang="en-US" sz="2000" dirty="0">
              <a:solidFill>
                <a:srgbClr val="000000"/>
              </a:solidFill>
              <a:latin typeface="Arial" pitchFamily="34"/>
              <a:cs typeface="Arial" pitchFamily="34"/>
            </a:endParaRPr>
          </a:p>
        </p:txBody>
      </p:sp>
      <p:sp>
        <p:nvSpPr>
          <p:cNvPr id="7" name="Rechteck 13">
            <a:extLst>
              <a:ext uri="{FF2B5EF4-FFF2-40B4-BE49-F238E27FC236}">
                <a16:creationId xmlns:a16="http://schemas.microsoft.com/office/drawing/2014/main" id="{5D938E57-3B2B-E5EB-7E51-C4CB05EC2507}"/>
              </a:ext>
            </a:extLst>
          </p:cNvPr>
          <p:cNvSpPr/>
          <p:nvPr/>
        </p:nvSpPr>
        <p:spPr>
          <a:xfrm rot="16200004">
            <a:off x="-1313446" y="5883154"/>
            <a:ext cx="3252845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dirty="0">
                <a:solidFill>
                  <a:srgbClr val="000000"/>
                </a:solidFill>
                <a:latin typeface="Arial" pitchFamily="34"/>
                <a:cs typeface="Arial" pitchFamily="34"/>
              </a:rPr>
              <a:t>DMD</a:t>
            </a:r>
            <a:endParaRPr lang="en-US" dirty="0">
              <a:solidFill>
                <a:srgbClr val="000000"/>
              </a:solidFill>
              <a:latin typeface="Arial" pitchFamily="34"/>
              <a:cs typeface="Arial" pitchFamily="34"/>
            </a:endParaRPr>
          </a:p>
        </p:txBody>
      </p:sp>
      <p:sp>
        <p:nvSpPr>
          <p:cNvPr id="13" name="Rechteck 10">
            <a:extLst>
              <a:ext uri="{FF2B5EF4-FFF2-40B4-BE49-F238E27FC236}">
                <a16:creationId xmlns:a16="http://schemas.microsoft.com/office/drawing/2014/main" id="{5C418558-2A96-6123-4F41-511E5EA0A598}"/>
              </a:ext>
            </a:extLst>
          </p:cNvPr>
          <p:cNvSpPr/>
          <p:nvPr/>
        </p:nvSpPr>
        <p:spPr>
          <a:xfrm>
            <a:off x="517902" y="4051806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Simplistic</a:t>
            </a: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4" name="Rechteck 11">
            <a:extLst>
              <a:ext uri="{FF2B5EF4-FFF2-40B4-BE49-F238E27FC236}">
                <a16:creationId xmlns:a16="http://schemas.microsoft.com/office/drawing/2014/main" id="{41E0AD59-9D4D-FCA6-E653-DC6EC77745E1}"/>
              </a:ext>
            </a:extLst>
          </p:cNvPr>
          <p:cNvSpPr/>
          <p:nvPr/>
        </p:nvSpPr>
        <p:spPr>
          <a:xfrm>
            <a:off x="6709294" y="4050252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Realistic</a:t>
            </a: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43AAEC-3393-3D5D-42C3-F0C6F716E1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92" t="56768" r="7080" b="7047"/>
          <a:stretch>
            <a:fillRect/>
          </a:stretch>
        </p:blipFill>
        <p:spPr>
          <a:xfrm>
            <a:off x="6709289" y="4467846"/>
            <a:ext cx="6106982" cy="32528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BB3DA8-ED28-77D5-CF76-D9911763F9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" t="56768" r="53482" b="7047"/>
          <a:stretch>
            <a:fillRect/>
          </a:stretch>
        </p:blipFill>
        <p:spPr>
          <a:xfrm>
            <a:off x="517896" y="4461656"/>
            <a:ext cx="6106982" cy="32528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4293829-2004-E897-CF29-FB2D55C445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 t="11113" r="53528" b="52702"/>
          <a:stretch>
            <a:fillRect/>
          </a:stretch>
        </p:blipFill>
        <p:spPr>
          <a:xfrm>
            <a:off x="517896" y="733644"/>
            <a:ext cx="6106982" cy="32528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B040515-B14C-F1DB-6697-3F271AE24C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36" t="11113" r="7136" b="52702"/>
          <a:stretch>
            <a:fillRect/>
          </a:stretch>
        </p:blipFill>
        <p:spPr>
          <a:xfrm>
            <a:off x="6709293" y="727082"/>
            <a:ext cx="6106982" cy="3252846"/>
          </a:xfrm>
          <a:prstGeom prst="rect">
            <a:avLst/>
          </a:prstGeom>
        </p:spPr>
      </p:pic>
      <p:pic>
        <p:nvPicPr>
          <p:cNvPr id="27" name="Grafik 17" descr="Ein Bild, das Text, Screenshot, Schrift, Farbigkeit enthält.&#10;&#10;KI-generierte Inhalte können fehlerhaft sein.">
            <a:extLst>
              <a:ext uri="{FF2B5EF4-FFF2-40B4-BE49-F238E27FC236}">
                <a16:creationId xmlns:a16="http://schemas.microsoft.com/office/drawing/2014/main" id="{99AC0084-C09A-1102-832F-DA5A688E82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2780"/>
          <a:stretch>
            <a:fillRect/>
          </a:stretch>
        </p:blipFill>
        <p:spPr>
          <a:xfrm>
            <a:off x="3752564" y="8069920"/>
            <a:ext cx="5829048" cy="125111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8" name="Textfeld 22">
            <a:extLst>
              <a:ext uri="{FF2B5EF4-FFF2-40B4-BE49-F238E27FC236}">
                <a16:creationId xmlns:a16="http://schemas.microsoft.com/office/drawing/2014/main" id="{E4481B77-A1CF-A1DE-431B-E1C494A6A92B}"/>
              </a:ext>
            </a:extLst>
          </p:cNvPr>
          <p:cNvSpPr txBox="1"/>
          <p:nvPr/>
        </p:nvSpPr>
        <p:spPr>
          <a:xfrm>
            <a:off x="661832" y="3105601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1200" cap="none" spc="0" baseline="0" dirty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a</a:t>
            </a:r>
          </a:p>
        </p:txBody>
      </p:sp>
      <p:sp>
        <p:nvSpPr>
          <p:cNvPr id="29" name="Textfeld 23">
            <a:extLst>
              <a:ext uri="{FF2B5EF4-FFF2-40B4-BE49-F238E27FC236}">
                <a16:creationId xmlns:a16="http://schemas.microsoft.com/office/drawing/2014/main" id="{81DE1F44-4C7E-CFA6-9C8E-3523808FC8F8}"/>
              </a:ext>
            </a:extLst>
          </p:cNvPr>
          <p:cNvSpPr txBox="1"/>
          <p:nvPr/>
        </p:nvSpPr>
        <p:spPr>
          <a:xfrm>
            <a:off x="6824841" y="3105601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b</a:t>
            </a:r>
            <a:endParaRPr lang="de-CH" sz="2800" b="1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30" name="Textfeld 24">
            <a:extLst>
              <a:ext uri="{FF2B5EF4-FFF2-40B4-BE49-F238E27FC236}">
                <a16:creationId xmlns:a16="http://schemas.microsoft.com/office/drawing/2014/main" id="{16E12BF3-2669-CA37-A2FD-11FBF5D31E1D}"/>
              </a:ext>
            </a:extLst>
          </p:cNvPr>
          <p:cNvSpPr txBox="1"/>
          <p:nvPr/>
        </p:nvSpPr>
        <p:spPr>
          <a:xfrm>
            <a:off x="661832" y="6869998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0" cap="none" spc="0" baseline="0" dirty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c</a:t>
            </a:r>
            <a:endParaRPr lang="de-CH" sz="2800" b="1" i="0" u="none" strike="noStrike" kern="1200" cap="none" spc="0" baseline="0" dirty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31" name="Textfeld 25">
            <a:extLst>
              <a:ext uri="{FF2B5EF4-FFF2-40B4-BE49-F238E27FC236}">
                <a16:creationId xmlns:a16="http://schemas.microsoft.com/office/drawing/2014/main" id="{C61FE42A-3AAB-83F5-9C4C-5AB61A2D4ADE}"/>
              </a:ext>
            </a:extLst>
          </p:cNvPr>
          <p:cNvSpPr txBox="1"/>
          <p:nvPr/>
        </p:nvSpPr>
        <p:spPr>
          <a:xfrm>
            <a:off x="6824841" y="6869998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d</a:t>
            </a:r>
            <a:endParaRPr lang="de-CH" sz="2800" b="1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678335801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104</Words>
  <Application>Microsoft Office PowerPoint</Application>
  <PresentationFormat>Custom</PresentationFormat>
  <Paragraphs>52</Paragraphs>
  <Slides>4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Liberation Sans</vt:lpstr>
      <vt:lpstr>Liberation Serif</vt:lpstr>
      <vt:lpstr>Standard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 Hofmann</dc:creator>
  <cp:lastModifiedBy>David Hofmann</cp:lastModifiedBy>
  <cp:revision>10</cp:revision>
  <dcterms:created xsi:type="dcterms:W3CDTF">2025-07-01T22:19:29Z</dcterms:created>
  <dcterms:modified xsi:type="dcterms:W3CDTF">2026-07-04T14:00:03Z</dcterms:modified>
</cp:coreProperties>
</file>