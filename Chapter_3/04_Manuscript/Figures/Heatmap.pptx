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handoutMasterIdLst>
    <p:handoutMasterId r:id="rId4"/>
  </p:handoutMasterIdLst>
  <p:sldIdLst>
    <p:sldId id="257" r:id="rId2"/>
  </p:sldIdLst>
  <p:sldSz cx="20159663" cy="11520488"/>
  <p:notesSz cx="7559675" cy="106918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546" y="-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3BF3E2FE-4D37-BB7B-BEBF-45929BAE54AB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280684" cy="534238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4" tIns="44997" rIns="90004" bIns="44997" anchor="t" anchorCtr="0" compatLnSpc="0">
            <a:noAutofit/>
          </a:bodyPr>
          <a:lstStyle/>
          <a:p>
            <a:pPr marL="0" marR="0" lvl="0" indent="0" algn="l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CH" sz="1400" b="0" i="0" u="none" strike="noStrike" kern="1200" cap="none" spc="0" baseline="0">
              <a:solidFill>
                <a:srgbClr val="000000"/>
              </a:solidFill>
              <a:uFillTx/>
              <a:latin typeface="Liberation Sans" pitchFamily="18"/>
              <a:ea typeface="Noto Sans CJK SC" pitchFamily="2"/>
              <a:cs typeface="Lohit Devanagari" pitchFamily="2"/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EF5DBC2-0C65-0E11-5A03-FEB0AA7BF726}"/>
              </a:ext>
            </a:extLst>
          </p:cNvPr>
          <p:cNvSpPr txBox="1">
            <a:spLocks noGrp="1"/>
          </p:cNvSpPr>
          <p:nvPr>
            <p:ph type="dt" sz="quarter" idx="1"/>
          </p:nvPr>
        </p:nvSpPr>
        <p:spPr>
          <a:xfrm>
            <a:off x="4278962" y="0"/>
            <a:ext cx="3280684" cy="534238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4" tIns="44997" rIns="90004" bIns="44997" anchor="t" anchorCtr="0" compatLnSpc="0">
            <a:noAutofit/>
          </a:bodyPr>
          <a:lstStyle/>
          <a:p>
            <a:pPr marL="0" marR="0" lvl="0" indent="0" algn="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CH" sz="1400" b="0" i="0" u="none" strike="noStrike" kern="1200" cap="none" spc="0" baseline="0">
              <a:solidFill>
                <a:srgbClr val="000000"/>
              </a:solidFill>
              <a:uFillTx/>
              <a:latin typeface="Liberation Sans" pitchFamily="18"/>
              <a:ea typeface="Noto Sans CJK SC" pitchFamily="2"/>
              <a:cs typeface="Lohit Devanagari" pitchFamily="2"/>
            </a:endParaRP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0A4D086-25CA-A80A-4514-DA8FEE77425A}"/>
              </a:ext>
            </a:extLst>
          </p:cNvPr>
          <p:cNvSpPr txBox="1">
            <a:spLocks noGrp="1"/>
          </p:cNvSpPr>
          <p:nvPr>
            <p:ph type="ftr" sz="quarter" idx="2"/>
          </p:nvPr>
        </p:nvSpPr>
        <p:spPr>
          <a:xfrm>
            <a:off x="0" y="10157402"/>
            <a:ext cx="3280684" cy="534238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4" tIns="44997" rIns="90004" bIns="44997" anchor="b" anchorCtr="0" compatLnSpc="0">
            <a:noAutofit/>
          </a:bodyPr>
          <a:lstStyle/>
          <a:p>
            <a:pPr marL="0" marR="0" lvl="0" indent="0" algn="l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CH" sz="1400" b="0" i="0" u="none" strike="noStrike" kern="1200" cap="none" spc="0" baseline="0">
              <a:solidFill>
                <a:srgbClr val="000000"/>
              </a:solidFill>
              <a:uFillTx/>
              <a:latin typeface="Liberation Sans" pitchFamily="18"/>
              <a:ea typeface="Noto Sans CJK SC" pitchFamily="2"/>
              <a:cs typeface="Lohit Devanagari" pitchFamily="2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8BF6E0C-4BCB-399D-95F8-CB278EB2B1F6}"/>
              </a:ext>
            </a:extLst>
          </p:cNvPr>
          <p:cNvSpPr txBox="1">
            <a:spLocks noGrp="1"/>
          </p:cNvSpPr>
          <p:nvPr>
            <p:ph type="sldNum" sz="quarter" idx="3"/>
          </p:nvPr>
        </p:nvSpPr>
        <p:spPr>
          <a:xfrm>
            <a:off x="4278962" y="10157402"/>
            <a:ext cx="3280684" cy="534238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4" tIns="44997" rIns="90004" bIns="44997" anchor="b" anchorCtr="0" compatLnSpc="0">
            <a:noAutofit/>
          </a:bodyPr>
          <a:lstStyle/>
          <a:p>
            <a:pPr marL="0" marR="0" lvl="0" indent="0" algn="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94C2A79A-257B-4AA8-B0FD-67497D6E0AF5}" type="slidenum">
              <a:t>‹#›</a:t>
            </a:fld>
            <a:endParaRPr lang="de-CH" sz="1400" b="0" i="0" u="none" strike="noStrike" kern="1200" cap="none" spc="0" baseline="0">
              <a:solidFill>
                <a:srgbClr val="000000"/>
              </a:solidFill>
              <a:uFillTx/>
              <a:latin typeface="Liberation Sans" pitchFamily="18"/>
              <a:ea typeface="Noto Sans CJK SC" pitchFamily="2"/>
              <a:cs typeface="Lohit Devanagari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5248554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3AFD710-F01D-B78E-F2CF-3D5BF19AF1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3050" y="812800"/>
            <a:ext cx="7013575" cy="4008438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78221689-0301-6B90-EFBA-A5CE635EB6B7}"/>
              </a:ext>
            </a:extLst>
          </p:cNvPr>
          <p:cNvSpPr txBox="1">
            <a:spLocks noGrp="1"/>
          </p:cNvSpPr>
          <p:nvPr>
            <p:ph type="body" sz="quarter" idx="3"/>
          </p:nvPr>
        </p:nvSpPr>
        <p:spPr>
          <a:xfrm>
            <a:off x="755998" y="5078522"/>
            <a:ext cx="6047640" cy="4811042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lvl="0"/>
            <a:endParaRPr lang="de-CH"/>
          </a:p>
        </p:txBody>
      </p:sp>
      <p:sp>
        <p:nvSpPr>
          <p:cNvPr id="4" name="Kopfzeilenplatzhalter 3">
            <a:extLst>
              <a:ext uri="{FF2B5EF4-FFF2-40B4-BE49-F238E27FC236}">
                <a16:creationId xmlns:a16="http://schemas.microsoft.com/office/drawing/2014/main" id="{54D7BDC2-9A3B-E03A-CCE0-41572ABE5318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280684" cy="5342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compatLnSpc="1">
            <a:noAutofit/>
          </a:bodyPr>
          <a:lstStyle>
            <a:lvl1pPr marL="0" marR="0" lvl="0" indent="0" algn="l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de-CH" sz="1400" b="0" i="0" u="none" strike="noStrike" kern="1200" cap="none" spc="0" baseline="0">
                <a:solidFill>
                  <a:srgbClr val="000000"/>
                </a:solidFill>
                <a:uFillTx/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endParaRPr lang="de-CH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ABA9037-5E17-B7C0-D310-6D86B8EA46BB}"/>
              </a:ext>
            </a:extLst>
          </p:cNvPr>
          <p:cNvSpPr txBox="1">
            <a:spLocks noGrp="1"/>
          </p:cNvSpPr>
          <p:nvPr>
            <p:ph type="dt" idx="1"/>
          </p:nvPr>
        </p:nvSpPr>
        <p:spPr>
          <a:xfrm>
            <a:off x="4278962" y="0"/>
            <a:ext cx="3280684" cy="5342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compatLnSpc="1">
            <a:noAutofit/>
          </a:bodyPr>
          <a:lstStyle>
            <a:lvl1pPr marL="0" marR="0" lvl="0" indent="0" algn="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de-CH" sz="1400" b="0" i="0" u="none" strike="noStrike" kern="1200" cap="none" spc="0" baseline="0">
                <a:solidFill>
                  <a:srgbClr val="000000"/>
                </a:solidFill>
                <a:uFillTx/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EE3042B-E08F-345E-2F7A-9FDF4A078D88}"/>
              </a:ext>
            </a:extLst>
          </p:cNvPr>
          <p:cNvSpPr txBox="1">
            <a:spLocks noGrp="1"/>
          </p:cNvSpPr>
          <p:nvPr>
            <p:ph type="ftr" sz="quarter" idx="4"/>
          </p:nvPr>
        </p:nvSpPr>
        <p:spPr>
          <a:xfrm>
            <a:off x="0" y="10157402"/>
            <a:ext cx="3280684" cy="5342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b" anchorCtr="0" compatLnSpc="1">
            <a:noAutofit/>
          </a:bodyPr>
          <a:lstStyle>
            <a:lvl1pPr marL="0" marR="0" lvl="0" indent="0" algn="l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de-CH" sz="1400" b="0" i="0" u="none" strike="noStrike" kern="1200" cap="none" spc="0" baseline="0">
                <a:solidFill>
                  <a:srgbClr val="000000"/>
                </a:solidFill>
                <a:uFillTx/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B11E645-1A9C-8279-DC60-D1078BF1266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xfrm>
            <a:off x="4278962" y="10157402"/>
            <a:ext cx="3280684" cy="5342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b" anchorCtr="0" compatLnSpc="1">
            <a:noAutofit/>
          </a:bodyPr>
          <a:lstStyle>
            <a:lvl1pPr marL="0" marR="0" lvl="0" indent="0" algn="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de-CH" sz="1400" b="0" i="0" u="none" strike="noStrike" kern="1200" cap="none" spc="0" baseline="0">
                <a:solidFill>
                  <a:srgbClr val="000000"/>
                </a:solidFill>
                <a:uFillTx/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fld id="{50ACA1F5-EDBB-41DB-B243-A79241BD69D8}" type="slidenum"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491811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marR="0" lvl="0" indent="-434417" defTabSz="1839041" rtl="0" fontAlgn="auto" hangingPunct="0">
      <a:lnSpc>
        <a:spcPct val="100000"/>
      </a:lnSpc>
      <a:spcBef>
        <a:spcPts val="0"/>
      </a:spcBef>
      <a:spcAft>
        <a:spcPts val="0"/>
      </a:spcAft>
      <a:buNone/>
      <a:tabLst/>
      <a:defRPr lang="de-CH" sz="4022" b="0" i="0" u="none" strike="noStrike" kern="1200" cap="none" spc="0" baseline="0">
        <a:solidFill>
          <a:srgbClr val="000000"/>
        </a:solidFill>
        <a:highlight>
          <a:scrgbClr r="0" g="0" b="0">
            <a:alpha val="0"/>
          </a:scrgbClr>
        </a:highlight>
        <a:uFillTx/>
        <a:latin typeface="Liberation Sans" pitchFamily="18"/>
      </a:defRPr>
    </a:lvl1pPr>
    <a:lvl2pPr marL="919521" algn="l" defTabSz="1839041" rtl="0" eaLnBrk="1" latinLnBrk="0" hangingPunct="1">
      <a:defRPr sz="2413" kern="1200">
        <a:solidFill>
          <a:schemeClr val="tx1"/>
        </a:solidFill>
        <a:latin typeface="+mn-lt"/>
        <a:ea typeface="+mn-ea"/>
        <a:cs typeface="+mn-cs"/>
      </a:defRPr>
    </a:lvl2pPr>
    <a:lvl3pPr marL="1839041" algn="l" defTabSz="1839041" rtl="0" eaLnBrk="1" latinLnBrk="0" hangingPunct="1">
      <a:defRPr sz="2413" kern="1200">
        <a:solidFill>
          <a:schemeClr val="tx1"/>
        </a:solidFill>
        <a:latin typeface="+mn-lt"/>
        <a:ea typeface="+mn-ea"/>
        <a:cs typeface="+mn-cs"/>
      </a:defRPr>
    </a:lvl3pPr>
    <a:lvl4pPr marL="2758562" algn="l" defTabSz="1839041" rtl="0" eaLnBrk="1" latinLnBrk="0" hangingPunct="1">
      <a:defRPr sz="2413" kern="1200">
        <a:solidFill>
          <a:schemeClr val="tx1"/>
        </a:solidFill>
        <a:latin typeface="+mn-lt"/>
        <a:ea typeface="+mn-ea"/>
        <a:cs typeface="+mn-cs"/>
      </a:defRPr>
    </a:lvl4pPr>
    <a:lvl5pPr marL="3678083" algn="l" defTabSz="1839041" rtl="0" eaLnBrk="1" latinLnBrk="0" hangingPunct="1">
      <a:defRPr sz="2413" kern="1200">
        <a:solidFill>
          <a:schemeClr val="tx1"/>
        </a:solidFill>
        <a:latin typeface="+mn-lt"/>
        <a:ea typeface="+mn-ea"/>
        <a:cs typeface="+mn-cs"/>
      </a:defRPr>
    </a:lvl5pPr>
    <a:lvl6pPr marL="4597603" algn="l" defTabSz="1839041" rtl="0" eaLnBrk="1" latinLnBrk="0" hangingPunct="1">
      <a:defRPr sz="2413" kern="1200">
        <a:solidFill>
          <a:schemeClr val="tx1"/>
        </a:solidFill>
        <a:latin typeface="+mn-lt"/>
        <a:ea typeface="+mn-ea"/>
        <a:cs typeface="+mn-cs"/>
      </a:defRPr>
    </a:lvl6pPr>
    <a:lvl7pPr marL="5517124" algn="l" defTabSz="1839041" rtl="0" eaLnBrk="1" latinLnBrk="0" hangingPunct="1">
      <a:defRPr sz="2413" kern="1200">
        <a:solidFill>
          <a:schemeClr val="tx1"/>
        </a:solidFill>
        <a:latin typeface="+mn-lt"/>
        <a:ea typeface="+mn-ea"/>
        <a:cs typeface="+mn-cs"/>
      </a:defRPr>
    </a:lvl7pPr>
    <a:lvl8pPr marL="6436644" algn="l" defTabSz="1839041" rtl="0" eaLnBrk="1" latinLnBrk="0" hangingPunct="1">
      <a:defRPr sz="2413" kern="1200">
        <a:solidFill>
          <a:schemeClr val="tx1"/>
        </a:solidFill>
        <a:latin typeface="+mn-lt"/>
        <a:ea typeface="+mn-ea"/>
        <a:cs typeface="+mn-cs"/>
      </a:defRPr>
    </a:lvl8pPr>
    <a:lvl9pPr marL="7356165" algn="l" defTabSz="1839041" rtl="0" eaLnBrk="1" latinLnBrk="0" hangingPunct="1">
      <a:defRPr sz="2413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6">
            <a:extLst>
              <a:ext uri="{FF2B5EF4-FFF2-40B4-BE49-F238E27FC236}">
                <a16:creationId xmlns:a16="http://schemas.microsoft.com/office/drawing/2014/main" id="{AEAD2CB4-52A3-7885-65A1-8C5830E8C1F9}"/>
              </a:ext>
            </a:extLst>
          </p:cNvPr>
          <p:cNvSpPr txBox="1"/>
          <p:nvPr/>
        </p:nvSpPr>
        <p:spPr>
          <a:xfrm>
            <a:off x="4278962" y="10157402"/>
            <a:ext cx="3280684" cy="53423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0" compatLnSpc="1">
            <a:noAutofit/>
          </a:bodyPr>
          <a:lstStyle/>
          <a:p>
            <a:pPr marL="0" marR="0" lvl="0" indent="0" algn="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FB584061-D45B-4EC4-A4D6-EB4618E463B5}" type="slidenum">
              <a:t>1</a:t>
            </a:fld>
            <a:endParaRPr lang="de-CH" sz="1400" b="0" i="0" u="none" strike="noStrike" kern="1200" cap="none" spc="0" baseline="0">
              <a:solidFill>
                <a:srgbClr val="000000"/>
              </a:solidFill>
              <a:uFillTx/>
              <a:latin typeface="Liberation Serif" pitchFamily="18"/>
              <a:ea typeface="DejaVu Sans" pitchFamily="2"/>
              <a:cs typeface="DejaVu Sans" pitchFamily="2"/>
            </a:endParaRPr>
          </a:p>
        </p:txBody>
      </p:sp>
      <p:sp>
        <p:nvSpPr>
          <p:cNvPr id="3" name="Folienbildplatzhalter 1">
            <a:extLst>
              <a:ext uri="{FF2B5EF4-FFF2-40B4-BE49-F238E27FC236}">
                <a16:creationId xmlns:a16="http://schemas.microsoft.com/office/drawing/2014/main" id="{00316AB3-6C4B-9305-786B-1F647FA5A3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73050" y="812800"/>
            <a:ext cx="7013575" cy="4008438"/>
          </a:xfrm>
          <a:solidFill>
            <a:srgbClr val="729FCF"/>
          </a:solidFill>
          <a:ln w="25402">
            <a:solidFill>
              <a:srgbClr val="3465A4"/>
            </a:solidFill>
            <a:prstDash val="solid"/>
          </a:ln>
        </p:spPr>
      </p:sp>
      <p:sp>
        <p:nvSpPr>
          <p:cNvPr id="4" name="Notizenplatzhalter 2">
            <a:extLst>
              <a:ext uri="{FF2B5EF4-FFF2-40B4-BE49-F238E27FC236}">
                <a16:creationId xmlns:a16="http://schemas.microsoft.com/office/drawing/2014/main" id="{6925A4EE-9D71-6DBB-B86D-8919A3FBC7DB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19958" y="1885414"/>
            <a:ext cx="15119747" cy="4010837"/>
          </a:xfrm>
        </p:spPr>
        <p:txBody>
          <a:bodyPr anchor="b"/>
          <a:lstStyle>
            <a:lvl1pPr algn="ctr">
              <a:defRPr sz="992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9958" y="6050924"/>
            <a:ext cx="15119747" cy="2781450"/>
          </a:xfrm>
        </p:spPr>
        <p:txBody>
          <a:bodyPr/>
          <a:lstStyle>
            <a:lvl1pPr marL="0" indent="0" algn="ctr">
              <a:buNone/>
              <a:defRPr sz="3968"/>
            </a:lvl1pPr>
            <a:lvl2pPr marL="755980" indent="0" algn="ctr">
              <a:buNone/>
              <a:defRPr sz="3307"/>
            </a:lvl2pPr>
            <a:lvl3pPr marL="1511960" indent="0" algn="ctr">
              <a:buNone/>
              <a:defRPr sz="2976"/>
            </a:lvl3pPr>
            <a:lvl4pPr marL="2267941" indent="0" algn="ctr">
              <a:buNone/>
              <a:defRPr sz="2646"/>
            </a:lvl4pPr>
            <a:lvl5pPr marL="3023921" indent="0" algn="ctr">
              <a:buNone/>
              <a:defRPr sz="2646"/>
            </a:lvl5pPr>
            <a:lvl6pPr marL="3779901" indent="0" algn="ctr">
              <a:buNone/>
              <a:defRPr sz="2646"/>
            </a:lvl6pPr>
            <a:lvl7pPr marL="4535881" indent="0" algn="ctr">
              <a:buNone/>
              <a:defRPr sz="2646"/>
            </a:lvl7pPr>
            <a:lvl8pPr marL="5291861" indent="0" algn="ctr">
              <a:buNone/>
              <a:defRPr sz="2646"/>
            </a:lvl8pPr>
            <a:lvl9pPr marL="6047842" indent="0" algn="ctr">
              <a:buNone/>
              <a:defRPr sz="2646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de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de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C6B6AF47-4323-4F4D-9EF2-7E7793B82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4933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de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de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C6B6AF47-4323-4F4D-9EF2-7E7793B82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93203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5477" y="2872123"/>
            <a:ext cx="17387709" cy="4792202"/>
          </a:xfrm>
        </p:spPr>
        <p:txBody>
          <a:bodyPr anchor="b"/>
          <a:lstStyle>
            <a:lvl1pPr>
              <a:defRPr sz="992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5477" y="7709662"/>
            <a:ext cx="17387709" cy="2520106"/>
          </a:xfrm>
        </p:spPr>
        <p:txBody>
          <a:bodyPr/>
          <a:lstStyle>
            <a:lvl1pPr marL="0" indent="0">
              <a:buNone/>
              <a:defRPr sz="3968">
                <a:solidFill>
                  <a:schemeClr val="tx1">
                    <a:tint val="82000"/>
                  </a:schemeClr>
                </a:solidFill>
              </a:defRPr>
            </a:lvl1pPr>
            <a:lvl2pPr marL="755980" indent="0">
              <a:buNone/>
              <a:defRPr sz="3307">
                <a:solidFill>
                  <a:schemeClr val="tx1">
                    <a:tint val="82000"/>
                  </a:schemeClr>
                </a:solidFill>
              </a:defRPr>
            </a:lvl2pPr>
            <a:lvl3pPr marL="1511960" indent="0">
              <a:buNone/>
              <a:defRPr sz="2976">
                <a:solidFill>
                  <a:schemeClr val="tx1">
                    <a:tint val="82000"/>
                  </a:schemeClr>
                </a:solidFill>
              </a:defRPr>
            </a:lvl3pPr>
            <a:lvl4pPr marL="2267941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4pPr>
            <a:lvl5pPr marL="3023921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5pPr>
            <a:lvl6pPr marL="3779901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6pPr>
            <a:lvl7pPr marL="4535881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7pPr>
            <a:lvl8pPr marL="5291861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8pPr>
            <a:lvl9pPr marL="6047842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de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de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C6B6AF47-4323-4F4D-9EF2-7E7793B82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7717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85977" y="3066796"/>
            <a:ext cx="8567857" cy="73096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05829" y="3066796"/>
            <a:ext cx="8567857" cy="73096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C6B6AF47-4323-4F4D-9EF2-7E7793B82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2038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88603" y="613360"/>
            <a:ext cx="17387709" cy="22267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88603" y="2824120"/>
            <a:ext cx="8528482" cy="1384058"/>
          </a:xfrm>
        </p:spPr>
        <p:txBody>
          <a:bodyPr anchor="b"/>
          <a:lstStyle>
            <a:lvl1pPr marL="0" indent="0">
              <a:buNone/>
              <a:defRPr sz="3968" b="1"/>
            </a:lvl1pPr>
            <a:lvl2pPr marL="755980" indent="0">
              <a:buNone/>
              <a:defRPr sz="3307" b="1"/>
            </a:lvl2pPr>
            <a:lvl3pPr marL="1511960" indent="0">
              <a:buNone/>
              <a:defRPr sz="2976" b="1"/>
            </a:lvl3pPr>
            <a:lvl4pPr marL="2267941" indent="0">
              <a:buNone/>
              <a:defRPr sz="2646" b="1"/>
            </a:lvl4pPr>
            <a:lvl5pPr marL="3023921" indent="0">
              <a:buNone/>
              <a:defRPr sz="2646" b="1"/>
            </a:lvl5pPr>
            <a:lvl6pPr marL="3779901" indent="0">
              <a:buNone/>
              <a:defRPr sz="2646" b="1"/>
            </a:lvl6pPr>
            <a:lvl7pPr marL="4535881" indent="0">
              <a:buNone/>
              <a:defRPr sz="2646" b="1"/>
            </a:lvl7pPr>
            <a:lvl8pPr marL="5291861" indent="0">
              <a:buNone/>
              <a:defRPr sz="2646" b="1"/>
            </a:lvl8pPr>
            <a:lvl9pPr marL="6047842" indent="0">
              <a:buNone/>
              <a:defRPr sz="264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88603" y="4208178"/>
            <a:ext cx="8528482" cy="61895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205829" y="2824120"/>
            <a:ext cx="8570483" cy="1384058"/>
          </a:xfrm>
        </p:spPr>
        <p:txBody>
          <a:bodyPr anchor="b"/>
          <a:lstStyle>
            <a:lvl1pPr marL="0" indent="0">
              <a:buNone/>
              <a:defRPr sz="3968" b="1"/>
            </a:lvl1pPr>
            <a:lvl2pPr marL="755980" indent="0">
              <a:buNone/>
              <a:defRPr sz="3307" b="1"/>
            </a:lvl2pPr>
            <a:lvl3pPr marL="1511960" indent="0">
              <a:buNone/>
              <a:defRPr sz="2976" b="1"/>
            </a:lvl3pPr>
            <a:lvl4pPr marL="2267941" indent="0">
              <a:buNone/>
              <a:defRPr sz="2646" b="1"/>
            </a:lvl4pPr>
            <a:lvl5pPr marL="3023921" indent="0">
              <a:buNone/>
              <a:defRPr sz="2646" b="1"/>
            </a:lvl5pPr>
            <a:lvl6pPr marL="3779901" indent="0">
              <a:buNone/>
              <a:defRPr sz="2646" b="1"/>
            </a:lvl6pPr>
            <a:lvl7pPr marL="4535881" indent="0">
              <a:buNone/>
              <a:defRPr sz="2646" b="1"/>
            </a:lvl7pPr>
            <a:lvl8pPr marL="5291861" indent="0">
              <a:buNone/>
              <a:defRPr sz="2646" b="1"/>
            </a:lvl8pPr>
            <a:lvl9pPr marL="6047842" indent="0">
              <a:buNone/>
              <a:defRPr sz="264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205829" y="4208178"/>
            <a:ext cx="8570483" cy="61895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de-CH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de-CH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C6B6AF47-4323-4F4D-9EF2-7E7793B82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3073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de-CH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de-CH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C6B6AF47-4323-4F4D-9EF2-7E7793B82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129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de-CH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de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C6B6AF47-4323-4F4D-9EF2-7E7793B82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0962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88604" y="768032"/>
            <a:ext cx="6502015" cy="2688114"/>
          </a:xfrm>
        </p:spPr>
        <p:txBody>
          <a:bodyPr anchor="b"/>
          <a:lstStyle>
            <a:lvl1pPr>
              <a:defRPr sz="529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70483" y="1658738"/>
            <a:ext cx="10205829" cy="8187013"/>
          </a:xfrm>
        </p:spPr>
        <p:txBody>
          <a:bodyPr/>
          <a:lstStyle>
            <a:lvl1pPr>
              <a:defRPr sz="5291"/>
            </a:lvl1pPr>
            <a:lvl2pPr>
              <a:defRPr sz="4630"/>
            </a:lvl2pPr>
            <a:lvl3pPr>
              <a:defRPr sz="3968"/>
            </a:lvl3pPr>
            <a:lvl4pPr>
              <a:defRPr sz="3307"/>
            </a:lvl4pPr>
            <a:lvl5pPr>
              <a:defRPr sz="3307"/>
            </a:lvl5pPr>
            <a:lvl6pPr>
              <a:defRPr sz="3307"/>
            </a:lvl6pPr>
            <a:lvl7pPr>
              <a:defRPr sz="3307"/>
            </a:lvl7pPr>
            <a:lvl8pPr>
              <a:defRPr sz="3307"/>
            </a:lvl8pPr>
            <a:lvl9pPr>
              <a:defRPr sz="33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88604" y="3456146"/>
            <a:ext cx="6502015" cy="6402939"/>
          </a:xfrm>
        </p:spPr>
        <p:txBody>
          <a:bodyPr/>
          <a:lstStyle>
            <a:lvl1pPr marL="0" indent="0">
              <a:buNone/>
              <a:defRPr sz="2646"/>
            </a:lvl1pPr>
            <a:lvl2pPr marL="755980" indent="0">
              <a:buNone/>
              <a:defRPr sz="2315"/>
            </a:lvl2pPr>
            <a:lvl3pPr marL="1511960" indent="0">
              <a:buNone/>
              <a:defRPr sz="1984"/>
            </a:lvl3pPr>
            <a:lvl4pPr marL="2267941" indent="0">
              <a:buNone/>
              <a:defRPr sz="1654"/>
            </a:lvl4pPr>
            <a:lvl5pPr marL="3023921" indent="0">
              <a:buNone/>
              <a:defRPr sz="1654"/>
            </a:lvl5pPr>
            <a:lvl6pPr marL="3779901" indent="0">
              <a:buNone/>
              <a:defRPr sz="1654"/>
            </a:lvl6pPr>
            <a:lvl7pPr marL="4535881" indent="0">
              <a:buNone/>
              <a:defRPr sz="1654"/>
            </a:lvl7pPr>
            <a:lvl8pPr marL="5291861" indent="0">
              <a:buNone/>
              <a:defRPr sz="1654"/>
            </a:lvl8pPr>
            <a:lvl9pPr marL="6047842" indent="0">
              <a:buNone/>
              <a:defRPr sz="1654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C6B6AF47-4323-4F4D-9EF2-7E7793B82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7806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88604" y="768032"/>
            <a:ext cx="6502015" cy="2688114"/>
          </a:xfrm>
        </p:spPr>
        <p:txBody>
          <a:bodyPr anchor="b"/>
          <a:lstStyle>
            <a:lvl1pPr>
              <a:defRPr sz="529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570483" y="1658738"/>
            <a:ext cx="10205829" cy="8187013"/>
          </a:xfrm>
        </p:spPr>
        <p:txBody>
          <a:bodyPr anchor="t"/>
          <a:lstStyle>
            <a:lvl1pPr marL="0" indent="0">
              <a:buNone/>
              <a:defRPr sz="5291"/>
            </a:lvl1pPr>
            <a:lvl2pPr marL="755980" indent="0">
              <a:buNone/>
              <a:defRPr sz="4630"/>
            </a:lvl2pPr>
            <a:lvl3pPr marL="1511960" indent="0">
              <a:buNone/>
              <a:defRPr sz="3968"/>
            </a:lvl3pPr>
            <a:lvl4pPr marL="2267941" indent="0">
              <a:buNone/>
              <a:defRPr sz="3307"/>
            </a:lvl4pPr>
            <a:lvl5pPr marL="3023921" indent="0">
              <a:buNone/>
              <a:defRPr sz="3307"/>
            </a:lvl5pPr>
            <a:lvl6pPr marL="3779901" indent="0">
              <a:buNone/>
              <a:defRPr sz="3307"/>
            </a:lvl6pPr>
            <a:lvl7pPr marL="4535881" indent="0">
              <a:buNone/>
              <a:defRPr sz="3307"/>
            </a:lvl7pPr>
            <a:lvl8pPr marL="5291861" indent="0">
              <a:buNone/>
              <a:defRPr sz="3307"/>
            </a:lvl8pPr>
            <a:lvl9pPr marL="6047842" indent="0">
              <a:buNone/>
              <a:defRPr sz="330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88604" y="3456146"/>
            <a:ext cx="6502015" cy="6402939"/>
          </a:xfrm>
        </p:spPr>
        <p:txBody>
          <a:bodyPr/>
          <a:lstStyle>
            <a:lvl1pPr marL="0" indent="0">
              <a:buNone/>
              <a:defRPr sz="2646"/>
            </a:lvl1pPr>
            <a:lvl2pPr marL="755980" indent="0">
              <a:buNone/>
              <a:defRPr sz="2315"/>
            </a:lvl2pPr>
            <a:lvl3pPr marL="1511960" indent="0">
              <a:buNone/>
              <a:defRPr sz="1984"/>
            </a:lvl3pPr>
            <a:lvl4pPr marL="2267941" indent="0">
              <a:buNone/>
              <a:defRPr sz="1654"/>
            </a:lvl4pPr>
            <a:lvl5pPr marL="3023921" indent="0">
              <a:buNone/>
              <a:defRPr sz="1654"/>
            </a:lvl5pPr>
            <a:lvl6pPr marL="3779901" indent="0">
              <a:buNone/>
              <a:defRPr sz="1654"/>
            </a:lvl6pPr>
            <a:lvl7pPr marL="4535881" indent="0">
              <a:buNone/>
              <a:defRPr sz="1654"/>
            </a:lvl7pPr>
            <a:lvl8pPr marL="5291861" indent="0">
              <a:buNone/>
              <a:defRPr sz="1654"/>
            </a:lvl8pPr>
            <a:lvl9pPr marL="6047842" indent="0">
              <a:buNone/>
              <a:defRPr sz="1654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C6B6AF47-4323-4F4D-9EF2-7E7793B82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6129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de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de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C6B6AF47-4323-4F4D-9EF2-7E7793B82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1666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4426759" y="613359"/>
            <a:ext cx="4346927" cy="976308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85977" y="613359"/>
            <a:ext cx="12788786" cy="976308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de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de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C6B6AF47-4323-4F4D-9EF2-7E7793B82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8231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85977" y="613360"/>
            <a:ext cx="17387709" cy="22267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85977" y="3066796"/>
            <a:ext cx="17387709" cy="73096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85977" y="10677787"/>
            <a:ext cx="4535924" cy="6133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98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lvl="0"/>
            <a:endParaRPr lang="de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677889" y="10677787"/>
            <a:ext cx="6803886" cy="6133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8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lvl="0"/>
            <a:endParaRPr lang="de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4237762" y="10677787"/>
            <a:ext cx="4535924" cy="6133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98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lvl="0"/>
            <a:fld id="{C6B6AF47-4323-4F4D-9EF2-7E7793B82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3670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511960" rtl="0" eaLnBrk="1" latinLnBrk="0" hangingPunct="1">
        <a:lnSpc>
          <a:spcPct val="90000"/>
        </a:lnSpc>
        <a:spcBef>
          <a:spcPct val="0"/>
        </a:spcBef>
        <a:buNone/>
        <a:defRPr sz="72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7990" indent="-377990" algn="l" defTabSz="1511960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4630" kern="1200">
          <a:solidFill>
            <a:schemeClr val="tx1"/>
          </a:solidFill>
          <a:latin typeface="+mn-lt"/>
          <a:ea typeface="+mn-ea"/>
          <a:cs typeface="+mn-cs"/>
        </a:defRPr>
      </a:lvl1pPr>
      <a:lvl2pPr marL="1133970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3968" kern="1200">
          <a:solidFill>
            <a:schemeClr val="tx1"/>
          </a:solidFill>
          <a:latin typeface="+mn-lt"/>
          <a:ea typeface="+mn-ea"/>
          <a:cs typeface="+mn-cs"/>
        </a:defRPr>
      </a:lvl2pPr>
      <a:lvl3pPr marL="188995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3307" kern="1200">
          <a:solidFill>
            <a:schemeClr val="tx1"/>
          </a:solidFill>
          <a:latin typeface="+mn-lt"/>
          <a:ea typeface="+mn-ea"/>
          <a:cs typeface="+mn-cs"/>
        </a:defRPr>
      </a:lvl3pPr>
      <a:lvl4pPr marL="264593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4pPr>
      <a:lvl5pPr marL="340191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5pPr>
      <a:lvl6pPr marL="415789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6pPr>
      <a:lvl7pPr marL="491387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7pPr>
      <a:lvl8pPr marL="5669852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8pPr>
      <a:lvl9pPr marL="6425832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1pPr>
      <a:lvl2pPr marL="755980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2pPr>
      <a:lvl3pPr marL="1511960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3pPr>
      <a:lvl4pPr marL="2267941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4pPr>
      <a:lvl5pPr marL="3023921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5pPr>
      <a:lvl6pPr marL="3779901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6pPr>
      <a:lvl7pPr marL="4535881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7pPr>
      <a:lvl8pPr marL="5291861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8pPr>
      <a:lvl9pPr marL="6047842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uppieren 31">
            <a:extLst>
              <a:ext uri="{FF2B5EF4-FFF2-40B4-BE49-F238E27FC236}">
                <a16:creationId xmlns:a16="http://schemas.microsoft.com/office/drawing/2014/main" id="{AB726C4F-73ED-8D1E-D2ED-FEBDFF393DAF}"/>
              </a:ext>
            </a:extLst>
          </p:cNvPr>
          <p:cNvGrpSpPr/>
          <p:nvPr/>
        </p:nvGrpSpPr>
        <p:grpSpPr>
          <a:xfrm>
            <a:off x="108049" y="252536"/>
            <a:ext cx="19894451" cy="11015415"/>
            <a:chOff x="390723" y="669148"/>
            <a:chExt cx="7610806" cy="4214049"/>
          </a:xfrm>
        </p:grpSpPr>
        <p:pic>
          <p:nvPicPr>
            <p:cNvPr id="34" name="Grafik 4" descr="Ein Bild, das Text, Karte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0DAA3934-7BC4-FFD8-06D7-CF8D3D4327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89" t="10771" r="52681" b="52053"/>
            <a:stretch>
              <a:fillRect/>
            </a:stretch>
          </p:blipFill>
          <p:spPr>
            <a:xfrm>
              <a:off x="547515" y="825940"/>
              <a:ext cx="2336282" cy="1244406"/>
            </a:xfrm>
            <a:prstGeom prst="rect">
              <a:avLst/>
            </a:prstGeom>
            <a:noFill/>
            <a:ln w="6345" cap="flat">
              <a:solidFill>
                <a:srgbClr val="000000"/>
              </a:solidFill>
              <a:prstDash val="solid"/>
              <a:miter/>
            </a:ln>
          </p:spPr>
        </p:pic>
        <p:pic>
          <p:nvPicPr>
            <p:cNvPr id="35" name="Grafik 7" descr="Ein Bild, das Text, Karte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39468820-B74B-2F0B-E677-F511A00388B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8097" t="10771" r="5373" b="52053"/>
            <a:stretch>
              <a:fillRect/>
            </a:stretch>
          </p:blipFill>
          <p:spPr>
            <a:xfrm>
              <a:off x="2908395" y="825940"/>
              <a:ext cx="2336282" cy="1244406"/>
            </a:xfrm>
            <a:prstGeom prst="rect">
              <a:avLst/>
            </a:prstGeom>
            <a:noFill/>
            <a:ln w="6345" cap="flat">
              <a:solidFill>
                <a:srgbClr val="000000"/>
              </a:solidFill>
              <a:prstDash val="solid"/>
              <a:miter/>
            </a:ln>
          </p:spPr>
        </p:pic>
        <p:pic>
          <p:nvPicPr>
            <p:cNvPr id="36" name="Grafik 8" descr="Ein Bild, das Text, Karte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CCC1C057-A957-4B28-F900-0CF1AAFC05B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8088" t="56615" r="5382" b="6209"/>
            <a:stretch>
              <a:fillRect/>
            </a:stretch>
          </p:blipFill>
          <p:spPr>
            <a:xfrm>
              <a:off x="2908395" y="2102946"/>
              <a:ext cx="2336282" cy="1244406"/>
            </a:xfrm>
            <a:prstGeom prst="rect">
              <a:avLst/>
            </a:prstGeom>
            <a:noFill/>
            <a:ln w="6345" cap="flat">
              <a:solidFill>
                <a:srgbClr val="000000"/>
              </a:solidFill>
              <a:prstDash val="solid"/>
              <a:miter/>
            </a:ln>
          </p:spPr>
        </p:pic>
        <p:pic>
          <p:nvPicPr>
            <p:cNvPr id="37" name="Grafik 9" descr="Ein Bild, das Text, Karte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0DA8D5C1-6CD0-2DDF-B5E1-CEA5726495A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8097" t="56567" r="5373" b="6257"/>
            <a:stretch>
              <a:fillRect/>
            </a:stretch>
          </p:blipFill>
          <p:spPr>
            <a:xfrm>
              <a:off x="547515" y="2102946"/>
              <a:ext cx="2336282" cy="1244406"/>
            </a:xfrm>
            <a:prstGeom prst="rect">
              <a:avLst/>
            </a:prstGeom>
            <a:noFill/>
            <a:ln w="6345" cap="flat">
              <a:solidFill>
                <a:srgbClr val="000000"/>
              </a:solidFill>
              <a:prstDash val="solid"/>
              <a:miter/>
            </a:ln>
          </p:spPr>
        </p:pic>
        <p:sp>
          <p:nvSpPr>
            <p:cNvPr id="38" name="Rechteck 10">
              <a:extLst>
                <a:ext uri="{FF2B5EF4-FFF2-40B4-BE49-F238E27FC236}">
                  <a16:creationId xmlns:a16="http://schemas.microsoft.com/office/drawing/2014/main" id="{7B1792A4-3F54-C3CA-A54E-605437C1149B}"/>
                </a:ext>
              </a:extLst>
            </p:cNvPr>
            <p:cNvSpPr/>
            <p:nvPr/>
          </p:nvSpPr>
          <p:spPr>
            <a:xfrm>
              <a:off x="547515" y="669148"/>
              <a:ext cx="2336282" cy="156792"/>
            </a:xfrm>
            <a:prstGeom prst="rect">
              <a:avLst/>
            </a:prstGeom>
            <a:solidFill>
              <a:srgbClr val="F2F2F2"/>
            </a:solidFill>
            <a:ln w="9528" cap="flat">
              <a:solidFill>
                <a:srgbClr val="F2F2F2"/>
              </a:solidFill>
              <a:prstDash val="solid"/>
              <a:miter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de-CH" b="0" i="0" u="none" strike="noStrike" kern="1200" cap="none" spc="0" baseline="0" dirty="0" err="1">
                  <a:solidFill>
                    <a:srgbClr val="000000"/>
                  </a:solidFill>
                  <a:uFillTx/>
                  <a:latin typeface="Arial" pitchFamily="34"/>
                  <a:cs typeface="Arial" pitchFamily="34"/>
                </a:rPr>
                <a:t>Simplistic</a:t>
              </a:r>
              <a:r>
                <a:rPr lang="de-CH" b="0" i="0" u="none" strike="noStrike" kern="1200" cap="none" spc="0" baseline="0" dirty="0">
                  <a:solidFill>
                    <a:srgbClr val="000000"/>
                  </a:solidFill>
                  <a:uFillTx/>
                  <a:latin typeface="Arial" pitchFamily="34"/>
                  <a:cs typeface="Arial" pitchFamily="34"/>
                </a:rPr>
                <a:t> Model</a:t>
              </a:r>
              <a:endParaRPr lang="en-US" sz="2000" b="0" i="0" u="none" strike="noStrike" kern="1200" cap="none" spc="0" baseline="0" dirty="0">
                <a:solidFill>
                  <a:srgbClr val="000000"/>
                </a:solidFill>
                <a:uFillTx/>
                <a:latin typeface="Arial" pitchFamily="34"/>
                <a:cs typeface="Arial" pitchFamily="34"/>
              </a:endParaRPr>
            </a:p>
          </p:txBody>
        </p:sp>
        <p:sp>
          <p:nvSpPr>
            <p:cNvPr id="39" name="Rechteck 11">
              <a:extLst>
                <a:ext uri="{FF2B5EF4-FFF2-40B4-BE49-F238E27FC236}">
                  <a16:creationId xmlns:a16="http://schemas.microsoft.com/office/drawing/2014/main" id="{421CFB58-1644-3B94-A5BE-D227F6927D06}"/>
                </a:ext>
              </a:extLst>
            </p:cNvPr>
            <p:cNvSpPr/>
            <p:nvPr/>
          </p:nvSpPr>
          <p:spPr>
            <a:xfrm>
              <a:off x="2908395" y="669148"/>
              <a:ext cx="2336282" cy="156792"/>
            </a:xfrm>
            <a:prstGeom prst="rect">
              <a:avLst/>
            </a:prstGeom>
            <a:solidFill>
              <a:srgbClr val="F2F2F2"/>
            </a:solidFill>
            <a:ln w="9528" cap="flat">
              <a:solidFill>
                <a:srgbClr val="F2F2F2"/>
              </a:solidFill>
              <a:prstDash val="solid"/>
              <a:miter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de-CH" b="0" i="0" u="none" strike="noStrike" kern="1200" cap="none" spc="0" baseline="0" dirty="0" err="1">
                  <a:solidFill>
                    <a:srgbClr val="000000"/>
                  </a:solidFill>
                  <a:uFillTx/>
                  <a:latin typeface="Arial" pitchFamily="34"/>
                  <a:cs typeface="Arial" pitchFamily="34"/>
                </a:rPr>
                <a:t>Realistic</a:t>
              </a:r>
              <a:r>
                <a:rPr lang="de-CH" b="0" i="0" u="none" strike="noStrike" kern="1200" cap="none" spc="0" baseline="0" dirty="0">
                  <a:solidFill>
                    <a:srgbClr val="000000"/>
                  </a:solidFill>
                  <a:uFillTx/>
                  <a:latin typeface="Arial" pitchFamily="34"/>
                  <a:cs typeface="Arial" pitchFamily="34"/>
                </a:rPr>
                <a:t> Model</a:t>
              </a:r>
              <a:endParaRPr lang="en-US" sz="2000" b="0" i="0" u="none" strike="noStrike" kern="1200" cap="none" spc="0" baseline="0" dirty="0">
                <a:solidFill>
                  <a:srgbClr val="000000"/>
                </a:solidFill>
                <a:uFillTx/>
                <a:latin typeface="Arial" pitchFamily="34"/>
                <a:cs typeface="Arial" pitchFamily="34"/>
              </a:endParaRPr>
            </a:p>
          </p:txBody>
        </p:sp>
        <p:sp>
          <p:nvSpPr>
            <p:cNvPr id="40" name="Rechteck 12">
              <a:extLst>
                <a:ext uri="{FF2B5EF4-FFF2-40B4-BE49-F238E27FC236}">
                  <a16:creationId xmlns:a16="http://schemas.microsoft.com/office/drawing/2014/main" id="{FCF4C45E-E450-B33C-15DB-E10CA1528BF1}"/>
                </a:ext>
              </a:extLst>
            </p:cNvPr>
            <p:cNvSpPr/>
            <p:nvPr/>
          </p:nvSpPr>
          <p:spPr>
            <a:xfrm rot="16200004">
              <a:off x="-153075" y="1369748"/>
              <a:ext cx="1244406" cy="156792"/>
            </a:xfrm>
            <a:prstGeom prst="rect">
              <a:avLst/>
            </a:prstGeom>
            <a:solidFill>
              <a:srgbClr val="F2F2F2"/>
            </a:solidFill>
            <a:ln w="9528" cap="flat">
              <a:solidFill>
                <a:srgbClr val="F2F2F2"/>
              </a:solidFill>
              <a:prstDash val="solid"/>
              <a:miter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de-CH" b="0" i="0" u="none" strike="noStrike" kern="1200" cap="none" spc="0" baseline="0">
                  <a:solidFill>
                    <a:srgbClr val="000000"/>
                  </a:solidFill>
                  <a:uFillTx/>
                  <a:latin typeface="Arial" pitchFamily="34"/>
                  <a:cs typeface="Arial" pitchFamily="34"/>
                </a:rPr>
                <a:t>SSS</a:t>
              </a:r>
              <a:endParaRPr lang="en-US" sz="2000" b="0" i="0" u="none" strike="noStrike" kern="1200" cap="none" spc="0" baseline="0">
                <a:solidFill>
                  <a:srgbClr val="000000"/>
                </a:solidFill>
                <a:uFillTx/>
                <a:latin typeface="Arial" pitchFamily="34"/>
                <a:cs typeface="Arial" pitchFamily="34"/>
              </a:endParaRPr>
            </a:p>
          </p:txBody>
        </p:sp>
        <p:sp>
          <p:nvSpPr>
            <p:cNvPr id="41" name="Rechteck 13">
              <a:extLst>
                <a:ext uri="{FF2B5EF4-FFF2-40B4-BE49-F238E27FC236}">
                  <a16:creationId xmlns:a16="http://schemas.microsoft.com/office/drawing/2014/main" id="{C5EC4A6C-72F8-8F74-C3DC-C60C86AE8CA9}"/>
                </a:ext>
              </a:extLst>
            </p:cNvPr>
            <p:cNvSpPr/>
            <p:nvPr/>
          </p:nvSpPr>
          <p:spPr>
            <a:xfrm rot="16200004">
              <a:off x="-153084" y="2646753"/>
              <a:ext cx="1244406" cy="156792"/>
            </a:xfrm>
            <a:prstGeom prst="rect">
              <a:avLst/>
            </a:prstGeom>
            <a:solidFill>
              <a:srgbClr val="F2F2F2"/>
            </a:solidFill>
            <a:ln w="9528" cap="flat">
              <a:solidFill>
                <a:srgbClr val="F2F2F2"/>
              </a:solidFill>
              <a:prstDash val="solid"/>
              <a:miter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de-CH" b="0" i="0" u="none" strike="noStrike" kern="1200" cap="none" spc="0" baseline="0">
                  <a:solidFill>
                    <a:srgbClr val="000000"/>
                  </a:solidFill>
                  <a:uFillTx/>
                  <a:latin typeface="Arial" pitchFamily="34"/>
                  <a:cs typeface="Arial" pitchFamily="34"/>
                </a:rPr>
                <a:t>DMD</a:t>
              </a:r>
              <a:endParaRPr lang="en-US" sz="2000" b="0" i="0" u="none" strike="noStrike" kern="1200" cap="none" spc="0" baseline="0">
                <a:solidFill>
                  <a:srgbClr val="000000"/>
                </a:solidFill>
                <a:uFillTx/>
                <a:latin typeface="Arial" pitchFamily="34"/>
                <a:cs typeface="Arial" pitchFamily="34"/>
              </a:endParaRPr>
            </a:p>
          </p:txBody>
        </p:sp>
        <p:pic>
          <p:nvPicPr>
            <p:cNvPr id="42" name="Grafik 18" descr="Ein Bild, das Karte, Text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9C122F58-48F0-78CB-77A0-821F4482440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64" t="10872" r="52903" b="52189"/>
            <a:stretch>
              <a:fillRect/>
            </a:stretch>
          </p:blipFill>
          <p:spPr>
            <a:xfrm>
              <a:off x="2908395" y="3524088"/>
              <a:ext cx="2336282" cy="1244406"/>
            </a:xfrm>
            <a:prstGeom prst="rect">
              <a:avLst/>
            </a:prstGeom>
            <a:noFill/>
            <a:ln w="6345" cap="flat">
              <a:solidFill>
                <a:srgbClr val="000000"/>
              </a:solidFill>
              <a:prstDash val="solid"/>
              <a:miter/>
            </a:ln>
          </p:spPr>
        </p:pic>
        <p:pic>
          <p:nvPicPr>
            <p:cNvPr id="43" name="Grafik 18" descr="Ein Bild, das Karte, Text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82E4642D-A139-06DE-5008-1311FE34988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48197" t="10872" r="5570" b="52189"/>
            <a:stretch>
              <a:fillRect/>
            </a:stretch>
          </p:blipFill>
          <p:spPr>
            <a:xfrm>
              <a:off x="5404286" y="2102946"/>
              <a:ext cx="2336282" cy="1244406"/>
            </a:xfrm>
            <a:prstGeom prst="rect">
              <a:avLst/>
            </a:prstGeom>
            <a:noFill/>
            <a:ln w="6345" cap="flat">
              <a:solidFill>
                <a:srgbClr val="000000"/>
              </a:solidFill>
              <a:prstDash val="solid"/>
              <a:miter/>
            </a:ln>
          </p:spPr>
        </p:pic>
        <p:pic>
          <p:nvPicPr>
            <p:cNvPr id="44" name="Grafik 18" descr="Ein Bild, das Karte, Text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BE0C5B7B-6251-6C3F-28FE-5C9CB5504EB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48197" t="56810" r="5570" b="6251"/>
            <a:stretch>
              <a:fillRect/>
            </a:stretch>
          </p:blipFill>
          <p:spPr>
            <a:xfrm>
              <a:off x="547515" y="3524088"/>
              <a:ext cx="2336282" cy="1244406"/>
            </a:xfrm>
            <a:prstGeom prst="rect">
              <a:avLst/>
            </a:prstGeom>
            <a:noFill/>
            <a:ln w="6345" cap="flat">
              <a:solidFill>
                <a:srgbClr val="000000"/>
              </a:solidFill>
              <a:prstDash val="solid"/>
              <a:miter/>
            </a:ln>
          </p:spPr>
        </p:pic>
        <p:pic>
          <p:nvPicPr>
            <p:cNvPr id="45" name="Grafik 18" descr="Ein Bild, das Karte, Text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965D402F-11B2-0F80-F8C0-B3E70324761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51" t="56685" r="52916" b="6376"/>
            <a:stretch>
              <a:fillRect/>
            </a:stretch>
          </p:blipFill>
          <p:spPr>
            <a:xfrm>
              <a:off x="5404286" y="825940"/>
              <a:ext cx="2336282" cy="1244406"/>
            </a:xfrm>
            <a:prstGeom prst="rect">
              <a:avLst/>
            </a:prstGeom>
            <a:noFill/>
            <a:ln w="6345" cap="flat">
              <a:solidFill>
                <a:srgbClr val="000000"/>
              </a:solidFill>
              <a:prstDash val="solid"/>
              <a:miter/>
            </a:ln>
          </p:spPr>
        </p:pic>
        <p:pic>
          <p:nvPicPr>
            <p:cNvPr id="46" name="Grafik 17" descr="Ein Bild, das Text, Screenshot, Schrift, Farbigkeit enthält.&#10;&#10;KI-generierte Inhalte können fehlerhaft sein.">
              <a:extLst>
                <a:ext uri="{FF2B5EF4-FFF2-40B4-BE49-F238E27FC236}">
                  <a16:creationId xmlns:a16="http://schemas.microsoft.com/office/drawing/2014/main" id="{92306498-3474-3ECC-A861-5D9BEF6F55E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510613" y="3682169"/>
              <a:ext cx="2229956" cy="1013612"/>
            </a:xfrm>
            <a:prstGeom prst="rect">
              <a:avLst/>
            </a:prstGeom>
            <a:noFill/>
            <a:ln cap="flat">
              <a:noFill/>
            </a:ln>
          </p:spPr>
        </p:pic>
        <p:sp>
          <p:nvSpPr>
            <p:cNvPr id="47" name="Rechteck 18">
              <a:extLst>
                <a:ext uri="{FF2B5EF4-FFF2-40B4-BE49-F238E27FC236}">
                  <a16:creationId xmlns:a16="http://schemas.microsoft.com/office/drawing/2014/main" id="{96608F2B-A83D-2EE3-269F-E54BAF7BB152}"/>
                </a:ext>
              </a:extLst>
            </p:cNvPr>
            <p:cNvSpPr/>
            <p:nvPr/>
          </p:nvSpPr>
          <p:spPr>
            <a:xfrm>
              <a:off x="5404286" y="3524088"/>
              <a:ext cx="2336282" cy="1244406"/>
            </a:xfrm>
            <a:prstGeom prst="rect">
              <a:avLst/>
            </a:pr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60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48" name="Rechteck 11">
              <a:extLst>
                <a:ext uri="{FF2B5EF4-FFF2-40B4-BE49-F238E27FC236}">
                  <a16:creationId xmlns:a16="http://schemas.microsoft.com/office/drawing/2014/main" id="{12492600-5037-6EFC-1D36-268E31772FF2}"/>
                </a:ext>
              </a:extLst>
            </p:cNvPr>
            <p:cNvSpPr/>
            <p:nvPr/>
          </p:nvSpPr>
          <p:spPr>
            <a:xfrm>
              <a:off x="5404286" y="669148"/>
              <a:ext cx="2336282" cy="156792"/>
            </a:xfrm>
            <a:prstGeom prst="rect">
              <a:avLst/>
            </a:prstGeom>
            <a:solidFill>
              <a:srgbClr val="F2F2F2"/>
            </a:solidFill>
            <a:ln w="9528" cap="flat">
              <a:solidFill>
                <a:srgbClr val="F2F2F2"/>
              </a:solidFill>
              <a:prstDash val="solid"/>
              <a:miter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de-CH" b="0" i="0" u="none" strike="noStrike" kern="1200" cap="none" spc="0" baseline="0">
                  <a:solidFill>
                    <a:srgbClr val="000000"/>
                  </a:solidFill>
                  <a:uFillTx/>
                  <a:latin typeface="Arial" pitchFamily="34"/>
                  <a:cs typeface="Arial" pitchFamily="34"/>
                </a:rPr>
                <a:t>|Realistic – Simplistic|</a:t>
              </a:r>
              <a:endParaRPr lang="en-US" sz="2000" b="0" i="0" u="none" strike="noStrike" kern="1200" cap="none" spc="0" baseline="0">
                <a:solidFill>
                  <a:srgbClr val="000000"/>
                </a:solidFill>
                <a:uFillTx/>
                <a:latin typeface="Arial" pitchFamily="34"/>
                <a:cs typeface="Arial" pitchFamily="34"/>
              </a:endParaRPr>
            </a:p>
          </p:txBody>
        </p:sp>
        <p:sp>
          <p:nvSpPr>
            <p:cNvPr id="49" name="Rechteck 13">
              <a:extLst>
                <a:ext uri="{FF2B5EF4-FFF2-40B4-BE49-F238E27FC236}">
                  <a16:creationId xmlns:a16="http://schemas.microsoft.com/office/drawing/2014/main" id="{76A83435-B950-ECB7-D4CE-15BDFACBA7F5}"/>
                </a:ext>
              </a:extLst>
            </p:cNvPr>
            <p:cNvSpPr/>
            <p:nvPr/>
          </p:nvSpPr>
          <p:spPr>
            <a:xfrm rot="16200004">
              <a:off x="-153084" y="4067895"/>
              <a:ext cx="1244406" cy="156792"/>
            </a:xfrm>
            <a:prstGeom prst="rect">
              <a:avLst/>
            </a:prstGeom>
            <a:solidFill>
              <a:srgbClr val="F2F2F2"/>
            </a:solidFill>
            <a:ln w="9528" cap="flat">
              <a:solidFill>
                <a:srgbClr val="F2F2F2"/>
              </a:solidFill>
              <a:prstDash val="solid"/>
              <a:miter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de-CH" sz="2000" b="0" i="0" u="none" strike="noStrike" kern="1200" cap="none" spc="0" baseline="0">
                  <a:solidFill>
                    <a:srgbClr val="000000"/>
                  </a:solidFill>
                  <a:uFillTx/>
                  <a:latin typeface="Arial" pitchFamily="34"/>
                  <a:cs typeface="Arial" pitchFamily="34"/>
                </a:rPr>
                <a:t>|DMD-SSS|</a:t>
              </a:r>
              <a:endParaRPr lang="en-US" sz="2000" b="0" i="0" u="none" strike="noStrike" kern="1200" cap="none" spc="0" baseline="0">
                <a:solidFill>
                  <a:srgbClr val="000000"/>
                </a:solidFill>
                <a:uFillTx/>
                <a:latin typeface="Arial" pitchFamily="34"/>
                <a:cs typeface="Arial" pitchFamily="34"/>
              </a:endParaRPr>
            </a:p>
          </p:txBody>
        </p:sp>
        <p:sp>
          <p:nvSpPr>
            <p:cNvPr id="50" name="Textfeld 22">
              <a:extLst>
                <a:ext uri="{FF2B5EF4-FFF2-40B4-BE49-F238E27FC236}">
                  <a16:creationId xmlns:a16="http://schemas.microsoft.com/office/drawing/2014/main" id="{28EFC223-F540-8942-2C3D-33916027BEF8}"/>
                </a:ext>
              </a:extLst>
            </p:cNvPr>
            <p:cNvSpPr txBox="1"/>
            <p:nvPr/>
          </p:nvSpPr>
          <p:spPr>
            <a:xfrm>
              <a:off x="547515" y="825931"/>
              <a:ext cx="355930" cy="136317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90004" tIns="44997" rIns="90004" bIns="44997" anchor="t" anchorCtr="0" compatLnSpc="0">
              <a:spAutoFit/>
            </a:bodyPr>
            <a:lstStyle/>
            <a:p>
              <a:pPr marL="0" marR="0" lvl="0" indent="0" algn="l" defTabSz="914400" rtl="0" fontAlgn="auto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1" i="0" u="none" strike="noStrike" kern="0" cap="none" spc="0" baseline="0">
                  <a:solidFill>
                    <a:srgbClr val="FFFFFF"/>
                  </a:solidFill>
                  <a:uFillTx/>
                  <a:latin typeface="Arial" pitchFamily="34"/>
                </a:defRPr>
              </a:pPr>
              <a:r>
                <a:rPr lang="de-CH" b="1" i="0" u="none" strike="noStrike" kern="1200" cap="none" spc="0" baseline="0">
                  <a:solidFill>
                    <a:srgbClr val="FFFFFF"/>
                  </a:solidFill>
                  <a:uFillTx/>
                  <a:latin typeface="Arial" pitchFamily="34"/>
                  <a:ea typeface="Noto Sans CJK SC" pitchFamily="2"/>
                  <a:cs typeface="Lohit Devanagari" pitchFamily="2"/>
                </a:rPr>
                <a:t>a</a:t>
              </a:r>
            </a:p>
          </p:txBody>
        </p:sp>
        <p:sp>
          <p:nvSpPr>
            <p:cNvPr id="51" name="Textfeld 23">
              <a:extLst>
                <a:ext uri="{FF2B5EF4-FFF2-40B4-BE49-F238E27FC236}">
                  <a16:creationId xmlns:a16="http://schemas.microsoft.com/office/drawing/2014/main" id="{19B156A3-C1C1-D733-3DA1-AA188BF7114B}"/>
                </a:ext>
              </a:extLst>
            </p:cNvPr>
            <p:cNvSpPr txBox="1"/>
            <p:nvPr/>
          </p:nvSpPr>
          <p:spPr>
            <a:xfrm>
              <a:off x="2905231" y="825931"/>
              <a:ext cx="355930" cy="136317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90004" tIns="44997" rIns="90004" bIns="44997" anchor="t" anchorCtr="0" compatLnSpc="0">
              <a:spAutoFit/>
            </a:bodyPr>
            <a:lstStyle/>
            <a:p>
              <a:pPr marL="0" marR="0" lvl="0" indent="0" algn="l" defTabSz="914400" rtl="0" fontAlgn="auto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1" i="0" u="none" strike="noStrike" kern="0" cap="none" spc="0" baseline="0">
                  <a:solidFill>
                    <a:srgbClr val="FFFFFF"/>
                  </a:solidFill>
                  <a:uFillTx/>
                  <a:latin typeface="Arial" pitchFamily="34"/>
                </a:defRPr>
              </a:pPr>
              <a:r>
                <a:rPr lang="de-CH" b="1" i="0" u="none" strike="noStrike" kern="0" cap="none" spc="0" baseline="0">
                  <a:solidFill>
                    <a:srgbClr val="FFFFFF"/>
                  </a:solidFill>
                  <a:uFillTx/>
                  <a:latin typeface="Arial" pitchFamily="34"/>
                  <a:ea typeface="Noto Sans CJK SC" pitchFamily="2"/>
                  <a:cs typeface="Lohit Devanagari" pitchFamily="2"/>
                </a:rPr>
                <a:t>b</a:t>
              </a:r>
              <a:endParaRPr lang="de-CH" b="1" i="0" u="none" strike="noStrike" kern="1200" cap="none" spc="0" baseline="0">
                <a:solidFill>
                  <a:srgbClr val="FFFFFF"/>
                </a:solidFill>
                <a:uFillTx/>
                <a:latin typeface="Arial" pitchFamily="34"/>
                <a:ea typeface="Noto Sans CJK SC" pitchFamily="2"/>
                <a:cs typeface="Lohit Devanagari" pitchFamily="2"/>
              </a:endParaRPr>
            </a:p>
          </p:txBody>
        </p:sp>
        <p:sp>
          <p:nvSpPr>
            <p:cNvPr id="52" name="Textfeld 24">
              <a:extLst>
                <a:ext uri="{FF2B5EF4-FFF2-40B4-BE49-F238E27FC236}">
                  <a16:creationId xmlns:a16="http://schemas.microsoft.com/office/drawing/2014/main" id="{35A44D69-9F88-46E1-E985-FB19969B4A30}"/>
                </a:ext>
              </a:extLst>
            </p:cNvPr>
            <p:cNvSpPr txBox="1"/>
            <p:nvPr/>
          </p:nvSpPr>
          <p:spPr>
            <a:xfrm>
              <a:off x="547515" y="2091552"/>
              <a:ext cx="355930" cy="136317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90004" tIns="44997" rIns="90004" bIns="44997" anchor="t" anchorCtr="0" compatLnSpc="0">
              <a:spAutoFit/>
            </a:bodyPr>
            <a:lstStyle/>
            <a:p>
              <a:pPr marL="0" marR="0" lvl="0" indent="0" algn="l" defTabSz="914400" rtl="0" fontAlgn="auto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1" i="0" u="none" strike="noStrike" kern="0" cap="none" spc="0" baseline="0">
                  <a:solidFill>
                    <a:srgbClr val="FFFFFF"/>
                  </a:solidFill>
                  <a:uFillTx/>
                  <a:latin typeface="Arial" pitchFamily="34"/>
                </a:defRPr>
              </a:pPr>
              <a:r>
                <a:rPr lang="de-CH" b="1" i="0" u="none" strike="noStrike" kern="0" cap="none" spc="0" baseline="0">
                  <a:solidFill>
                    <a:srgbClr val="FFFFFF"/>
                  </a:solidFill>
                  <a:uFillTx/>
                  <a:latin typeface="Arial" pitchFamily="34"/>
                  <a:ea typeface="Noto Sans CJK SC" pitchFamily="2"/>
                  <a:cs typeface="Lohit Devanagari" pitchFamily="2"/>
                </a:rPr>
                <a:t>c</a:t>
              </a:r>
              <a:endParaRPr lang="de-CH" b="1" i="0" u="none" strike="noStrike" kern="1200" cap="none" spc="0" baseline="0">
                <a:solidFill>
                  <a:srgbClr val="FFFFFF"/>
                </a:solidFill>
                <a:uFillTx/>
                <a:latin typeface="Arial" pitchFamily="34"/>
                <a:ea typeface="Noto Sans CJK SC" pitchFamily="2"/>
                <a:cs typeface="Lohit Devanagari" pitchFamily="2"/>
              </a:endParaRPr>
            </a:p>
          </p:txBody>
        </p:sp>
        <p:sp>
          <p:nvSpPr>
            <p:cNvPr id="53" name="Textfeld 25">
              <a:extLst>
                <a:ext uri="{FF2B5EF4-FFF2-40B4-BE49-F238E27FC236}">
                  <a16:creationId xmlns:a16="http://schemas.microsoft.com/office/drawing/2014/main" id="{45568C9B-990B-815D-D2B7-957F8D58F5CB}"/>
                </a:ext>
              </a:extLst>
            </p:cNvPr>
            <p:cNvSpPr txBox="1"/>
            <p:nvPr/>
          </p:nvSpPr>
          <p:spPr>
            <a:xfrm>
              <a:off x="2905231" y="2091552"/>
              <a:ext cx="355930" cy="136317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90004" tIns="44997" rIns="90004" bIns="44997" anchor="t" anchorCtr="0" compatLnSpc="0">
              <a:spAutoFit/>
            </a:bodyPr>
            <a:lstStyle/>
            <a:p>
              <a:pPr marL="0" marR="0" lvl="0" indent="0" algn="l" defTabSz="914400" rtl="0" fontAlgn="auto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1" i="0" u="none" strike="noStrike" kern="0" cap="none" spc="0" baseline="0">
                  <a:solidFill>
                    <a:srgbClr val="FFFFFF"/>
                  </a:solidFill>
                  <a:uFillTx/>
                  <a:latin typeface="Arial" pitchFamily="34"/>
                </a:defRPr>
              </a:pPr>
              <a:r>
                <a:rPr lang="de-CH" b="1" i="0" u="none" strike="noStrike" kern="0" cap="none" spc="0" baseline="0">
                  <a:solidFill>
                    <a:srgbClr val="FFFFFF"/>
                  </a:solidFill>
                  <a:uFillTx/>
                  <a:latin typeface="Arial" pitchFamily="34"/>
                  <a:ea typeface="Noto Sans CJK SC" pitchFamily="2"/>
                  <a:cs typeface="Lohit Devanagari" pitchFamily="2"/>
                </a:rPr>
                <a:t>d</a:t>
              </a:r>
              <a:endParaRPr lang="de-CH" b="1" i="0" u="none" strike="noStrike" kern="1200" cap="none" spc="0" baseline="0">
                <a:solidFill>
                  <a:srgbClr val="FFFFFF"/>
                </a:solidFill>
                <a:uFillTx/>
                <a:latin typeface="Arial" pitchFamily="34"/>
                <a:ea typeface="Noto Sans CJK SC" pitchFamily="2"/>
                <a:cs typeface="Lohit Devanagari" pitchFamily="2"/>
              </a:endParaRPr>
            </a:p>
          </p:txBody>
        </p:sp>
        <p:sp>
          <p:nvSpPr>
            <p:cNvPr id="54" name="Textfeld 26">
              <a:extLst>
                <a:ext uri="{FF2B5EF4-FFF2-40B4-BE49-F238E27FC236}">
                  <a16:creationId xmlns:a16="http://schemas.microsoft.com/office/drawing/2014/main" id="{2687B7B7-C618-BF97-59A4-F569E116019C}"/>
                </a:ext>
              </a:extLst>
            </p:cNvPr>
            <p:cNvSpPr txBox="1"/>
            <p:nvPr/>
          </p:nvSpPr>
          <p:spPr>
            <a:xfrm>
              <a:off x="5404286" y="825931"/>
              <a:ext cx="355930" cy="136317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90004" tIns="44997" rIns="90004" bIns="44997" anchor="t" anchorCtr="0" compatLnSpc="0">
              <a:spAutoFit/>
            </a:bodyPr>
            <a:lstStyle/>
            <a:p>
              <a:pPr marL="0" marR="0" lvl="0" indent="0" algn="l" defTabSz="914400" rtl="0" fontAlgn="auto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1" i="0" u="none" strike="noStrike" kern="0" cap="none" spc="0" baseline="0">
                  <a:solidFill>
                    <a:srgbClr val="FFFFFF"/>
                  </a:solidFill>
                  <a:uFillTx/>
                  <a:latin typeface="Arial" pitchFamily="34"/>
                </a:defRPr>
              </a:pPr>
              <a:r>
                <a:rPr lang="de-CH" b="1" i="0" u="none" strike="noStrike" kern="1200" cap="none" spc="0" baseline="0">
                  <a:solidFill>
                    <a:srgbClr val="FFFFFF"/>
                  </a:solidFill>
                  <a:uFillTx/>
                  <a:latin typeface="Arial" pitchFamily="34"/>
                  <a:ea typeface="Noto Sans CJK SC" pitchFamily="2"/>
                  <a:cs typeface="Lohit Devanagari" pitchFamily="2"/>
                </a:rPr>
                <a:t>|b-a|</a:t>
              </a:r>
            </a:p>
          </p:txBody>
        </p:sp>
        <p:sp>
          <p:nvSpPr>
            <p:cNvPr id="55" name="Textfeld 27">
              <a:extLst>
                <a:ext uri="{FF2B5EF4-FFF2-40B4-BE49-F238E27FC236}">
                  <a16:creationId xmlns:a16="http://schemas.microsoft.com/office/drawing/2014/main" id="{DBE64219-12F5-06BE-6B7E-981AFFD24D8D}"/>
                </a:ext>
              </a:extLst>
            </p:cNvPr>
            <p:cNvSpPr txBox="1"/>
            <p:nvPr/>
          </p:nvSpPr>
          <p:spPr>
            <a:xfrm>
              <a:off x="5404286" y="2091552"/>
              <a:ext cx="355930" cy="136317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90004" tIns="44997" rIns="90004" bIns="44997" anchor="t" anchorCtr="0" compatLnSpc="0">
              <a:spAutoFit/>
            </a:bodyPr>
            <a:lstStyle/>
            <a:p>
              <a:pPr marL="0" marR="0" lvl="0" indent="0" algn="l" defTabSz="914400" rtl="0" fontAlgn="auto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1" i="0" u="none" strike="noStrike" kern="0" cap="none" spc="0" baseline="0">
                  <a:solidFill>
                    <a:srgbClr val="FFFFFF"/>
                  </a:solidFill>
                  <a:uFillTx/>
                  <a:latin typeface="Arial" pitchFamily="34"/>
                </a:defRPr>
              </a:pPr>
              <a:r>
                <a:rPr lang="de-CH" b="1" i="0" u="none" strike="noStrike" kern="0" cap="none" spc="0" baseline="0">
                  <a:solidFill>
                    <a:srgbClr val="FFFFFF"/>
                  </a:solidFill>
                  <a:uFillTx/>
                  <a:latin typeface="Arial" pitchFamily="34"/>
                  <a:ea typeface="Noto Sans CJK SC" pitchFamily="2"/>
                  <a:cs typeface="Lohit Devanagari" pitchFamily="2"/>
                </a:rPr>
                <a:t>|d-c|</a:t>
              </a:r>
              <a:endParaRPr lang="de-CH" b="1" i="0" u="none" strike="noStrike" kern="1200" cap="none" spc="0" baseline="0">
                <a:solidFill>
                  <a:srgbClr val="FFFFFF"/>
                </a:solidFill>
                <a:uFillTx/>
                <a:latin typeface="Arial" pitchFamily="34"/>
                <a:ea typeface="Noto Sans CJK SC" pitchFamily="2"/>
                <a:cs typeface="Lohit Devanagari" pitchFamily="2"/>
              </a:endParaRPr>
            </a:p>
          </p:txBody>
        </p:sp>
        <p:sp>
          <p:nvSpPr>
            <p:cNvPr id="56" name="Textfeld 28">
              <a:extLst>
                <a:ext uri="{FF2B5EF4-FFF2-40B4-BE49-F238E27FC236}">
                  <a16:creationId xmlns:a16="http://schemas.microsoft.com/office/drawing/2014/main" id="{AE057E25-BF88-284C-A7F2-11FE661C169A}"/>
                </a:ext>
              </a:extLst>
            </p:cNvPr>
            <p:cNvSpPr txBox="1"/>
            <p:nvPr/>
          </p:nvSpPr>
          <p:spPr>
            <a:xfrm>
              <a:off x="547515" y="3502883"/>
              <a:ext cx="355930" cy="136317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90004" tIns="44997" rIns="90004" bIns="44997" anchor="t" anchorCtr="0" compatLnSpc="0">
              <a:spAutoFit/>
            </a:bodyPr>
            <a:lstStyle/>
            <a:p>
              <a:pPr marL="0" marR="0" lvl="0" indent="0" algn="l" defTabSz="914400" rtl="0" fontAlgn="auto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1" i="0" u="none" strike="noStrike" kern="0" cap="none" spc="0" baseline="0">
                  <a:solidFill>
                    <a:srgbClr val="FFFFFF"/>
                  </a:solidFill>
                  <a:uFillTx/>
                  <a:latin typeface="Arial" pitchFamily="34"/>
                </a:defRPr>
              </a:pPr>
              <a:r>
                <a:rPr lang="de-CH" b="1" i="0" u="none" strike="noStrike" kern="1200" cap="none" spc="0" baseline="0">
                  <a:solidFill>
                    <a:srgbClr val="FFFFFF"/>
                  </a:solidFill>
                  <a:uFillTx/>
                  <a:latin typeface="Arial" pitchFamily="34"/>
                  <a:ea typeface="Noto Sans CJK SC" pitchFamily="2"/>
                  <a:cs typeface="Lohit Devanagari" pitchFamily="2"/>
                </a:rPr>
                <a:t>|c-a|</a:t>
              </a:r>
            </a:p>
          </p:txBody>
        </p:sp>
        <p:sp>
          <p:nvSpPr>
            <p:cNvPr id="57" name="Textfeld 29">
              <a:extLst>
                <a:ext uri="{FF2B5EF4-FFF2-40B4-BE49-F238E27FC236}">
                  <a16:creationId xmlns:a16="http://schemas.microsoft.com/office/drawing/2014/main" id="{15927960-DC25-59F0-B2D7-5D821CD8C25B}"/>
                </a:ext>
              </a:extLst>
            </p:cNvPr>
            <p:cNvSpPr txBox="1"/>
            <p:nvPr/>
          </p:nvSpPr>
          <p:spPr>
            <a:xfrm>
              <a:off x="2905231" y="3502883"/>
              <a:ext cx="355930" cy="136317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90004" tIns="44997" rIns="90004" bIns="44997" anchor="t" anchorCtr="0" compatLnSpc="0">
              <a:spAutoFit/>
            </a:bodyPr>
            <a:lstStyle/>
            <a:p>
              <a:pPr marL="0" marR="0" lvl="0" indent="0" algn="l" defTabSz="914400" rtl="0" fontAlgn="auto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1" i="0" u="none" strike="noStrike" kern="0" cap="none" spc="0" baseline="0">
                  <a:solidFill>
                    <a:srgbClr val="FFFFFF"/>
                  </a:solidFill>
                  <a:uFillTx/>
                  <a:latin typeface="Arial" pitchFamily="34"/>
                </a:defRPr>
              </a:pPr>
              <a:r>
                <a:rPr lang="de-CH" b="1" i="0" u="none" strike="noStrike" kern="1200" cap="none" spc="0" baseline="0">
                  <a:solidFill>
                    <a:srgbClr val="FFFFFF"/>
                  </a:solidFill>
                  <a:uFillTx/>
                  <a:latin typeface="Arial" pitchFamily="34"/>
                  <a:ea typeface="Noto Sans CJK SC" pitchFamily="2"/>
                  <a:cs typeface="Lohit Devanagari" pitchFamily="2"/>
                </a:rPr>
                <a:t>|d-b|</a:t>
              </a:r>
            </a:p>
          </p:txBody>
        </p:sp>
        <p:pic>
          <p:nvPicPr>
            <p:cNvPr id="58" name="Grafik 18" descr="Ein Bild, das Karte, Text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9F9B0877-61FF-93E1-E9C4-AE77F68739C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48197" t="93748" r="5570" b="2847"/>
            <a:stretch>
              <a:fillRect/>
            </a:stretch>
          </p:blipFill>
          <p:spPr>
            <a:xfrm>
              <a:off x="547515" y="4768495"/>
              <a:ext cx="2336282" cy="114702"/>
            </a:xfrm>
            <a:prstGeom prst="rect">
              <a:avLst/>
            </a:prstGeom>
            <a:noFill/>
            <a:ln cap="flat">
              <a:noFill/>
            </a:ln>
          </p:spPr>
        </p:pic>
        <p:pic>
          <p:nvPicPr>
            <p:cNvPr id="59" name="Grafik 18" descr="Ein Bild, das Karte, Text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BC3D095A-1F39-1941-A88A-9DA45549C29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48197" t="93748" r="5570" b="2847"/>
            <a:stretch>
              <a:fillRect/>
            </a:stretch>
          </p:blipFill>
          <p:spPr>
            <a:xfrm>
              <a:off x="2908395" y="4768495"/>
              <a:ext cx="2336282" cy="114702"/>
            </a:xfrm>
            <a:prstGeom prst="rect">
              <a:avLst/>
            </a:prstGeom>
            <a:noFill/>
            <a:ln cap="flat">
              <a:noFill/>
            </a:ln>
          </p:spPr>
        </p:pic>
        <p:pic>
          <p:nvPicPr>
            <p:cNvPr id="60" name="Grafik 18" descr="Ein Bild, das Karte, Text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85B55A76-AEF2-8946-FEEF-B657795925E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48197" t="93748" r="5570" b="2847"/>
            <a:stretch>
              <a:fillRect/>
            </a:stretch>
          </p:blipFill>
          <p:spPr>
            <a:xfrm>
              <a:off x="5404286" y="3347353"/>
              <a:ext cx="2336282" cy="114702"/>
            </a:xfrm>
            <a:prstGeom prst="rect">
              <a:avLst/>
            </a:prstGeom>
            <a:noFill/>
            <a:ln cap="flat">
              <a:noFill/>
            </a:ln>
          </p:spPr>
        </p:pic>
        <p:pic>
          <p:nvPicPr>
            <p:cNvPr id="61" name="Grafik 18" descr="Ein Bild, das Karte, Text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783DBD9E-F8B7-CAAC-BABD-55D07648C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94431" t="10872" r="405" b="52189"/>
            <a:stretch>
              <a:fillRect/>
            </a:stretch>
          </p:blipFill>
          <p:spPr>
            <a:xfrm>
              <a:off x="7740569" y="2102946"/>
              <a:ext cx="260960" cy="1244406"/>
            </a:xfrm>
            <a:prstGeom prst="rect">
              <a:avLst/>
            </a:prstGeom>
            <a:noFill/>
            <a:ln cap="flat">
              <a:noFill/>
            </a:ln>
          </p:spPr>
        </p:pic>
        <p:pic>
          <p:nvPicPr>
            <p:cNvPr id="62" name="Grafik 18" descr="Ein Bild, das Karte, Text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B7A23CC6-0CF3-2F59-DA7A-2C80DD04D61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94431" t="10872" r="405" b="52189"/>
            <a:stretch>
              <a:fillRect/>
            </a:stretch>
          </p:blipFill>
          <p:spPr>
            <a:xfrm>
              <a:off x="7740569" y="825931"/>
              <a:ext cx="260960" cy="1244406"/>
            </a:xfrm>
            <a:prstGeom prst="rect">
              <a:avLst/>
            </a:prstGeom>
            <a:noFill/>
            <a:ln cap="flat">
              <a:noFill/>
            </a:ln>
          </p:spPr>
        </p:pic>
        <p:pic>
          <p:nvPicPr>
            <p:cNvPr id="63" name="Grafik 18" descr="Ein Bild, das Karte, Text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A593CF97-9BA7-9179-A5E8-08A663CD619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94431" t="10872" r="405" b="52189"/>
            <a:stretch>
              <a:fillRect/>
            </a:stretch>
          </p:blipFill>
          <p:spPr>
            <a:xfrm>
              <a:off x="5244678" y="3524088"/>
              <a:ext cx="260960" cy="1244406"/>
            </a:xfrm>
            <a:prstGeom prst="rect">
              <a:avLst/>
            </a:prstGeom>
            <a:noFill/>
            <a:ln cap="flat">
              <a:noFill/>
            </a:ln>
          </p:spPr>
        </p:pic>
      </p:grpSp>
    </p:spTree>
  </p:cSld>
  <p:clrMapOvr>
    <a:masterClrMapping/>
  </p:clrMapOvr>
</p:sld>
</file>

<file path=ppt/theme/theme1.xml><?xml version="1.0" encoding="utf-8"?>
<a:theme xmlns:a="http://schemas.openxmlformats.org/drawingml/2006/main" name="Standard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31</Words>
  <Application>Microsoft Office PowerPoint</Application>
  <PresentationFormat>Custom</PresentationFormat>
  <Paragraphs>15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Liberation Sans</vt:lpstr>
      <vt:lpstr>Liberation Serif</vt:lpstr>
      <vt:lpstr>Standard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David Hofmann</dc:creator>
  <cp:lastModifiedBy>David Hofmann</cp:lastModifiedBy>
  <cp:revision>7</cp:revision>
  <dcterms:created xsi:type="dcterms:W3CDTF">2025-07-01T22:19:29Z</dcterms:created>
  <dcterms:modified xsi:type="dcterms:W3CDTF">2026-01-28T12:48:21Z</dcterms:modified>
</cp:coreProperties>
</file>