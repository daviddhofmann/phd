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7" r:id="rId2"/>
  </p:sldIdLst>
  <p:sldSz cx="10080625" cy="567055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8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BF3E2FE-4D37-BB7B-BEBF-45929BAE54A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t" anchorCtr="0" compatLnSpc="0">
            <a:noAutofit/>
          </a:bodyPr>
          <a:lstStyle/>
          <a:p>
            <a: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CH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Noto Sans CJK SC" pitchFamily="2"/>
              <a:cs typeface="Lohit Devanagari" pitchFamily="2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F5DBC2-0C65-0E11-5A03-FEB0AA7BF726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2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t" anchorCtr="0" compatLnSpc="0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CH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Noto Sans CJK SC" pitchFamily="2"/>
              <a:cs typeface="Lohit Devanagari" pitchFamily="2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0A4D086-25CA-A80A-4514-DA8FEE77425A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b" anchorCtr="0" compatLnSpc="0">
            <a:noAutofit/>
          </a:bodyPr>
          <a:lstStyle/>
          <a:p>
            <a: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CH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Noto Sans CJK SC" pitchFamily="2"/>
              <a:cs typeface="Lohit Devanagari" pitchFamily="2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8BF6E0C-4BCB-399D-95F8-CB278EB2B1F6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2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b" anchorCtr="0" compatLnSpc="0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4C2A79A-257B-4AA8-B0FD-67497D6E0AF5}" type="slidenum">
              <a:t>‹Nr.›</a:t>
            </a:fld>
            <a:endParaRPr lang="de-CH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Noto Sans CJK SC" pitchFamily="2"/>
              <a:cs typeface="Lohit Devanagari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5248554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AFD710-F01D-B78E-F2CF-3D5BF19AF1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5999" y="812517"/>
            <a:ext cx="7127281" cy="4008958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8221689-0301-6B90-EFBA-A5CE635EB6B7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5998" y="5078522"/>
            <a:ext cx="6047640" cy="481104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/>
            <a:endParaRPr lang="de-CH"/>
          </a:p>
        </p:txBody>
      </p:sp>
      <p:sp>
        <p:nvSpPr>
          <p:cNvPr id="4" name="Kopfzeilenplatzhalter 3">
            <a:extLst>
              <a:ext uri="{FF2B5EF4-FFF2-40B4-BE49-F238E27FC236}">
                <a16:creationId xmlns:a16="http://schemas.microsoft.com/office/drawing/2014/main" id="{54D7BDC2-9A3B-E03A-CCE0-41572ABE5318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BA9037-5E17-B7C0-D310-6D86B8EA46BB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2" y="0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EE3042B-E08F-345E-2F7A-9FDF4A078D88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B11E645-1A9C-8279-DC60-D1078BF126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2" y="10157402"/>
            <a:ext cx="3280684" cy="5342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compatLnSpc="1">
            <a:noAutofit/>
          </a:bodyPr>
          <a:lstStyle>
            <a:lvl1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50ACA1F5-EDBB-41DB-B243-A79241BD69D8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49181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-215999" defTabSz="914400" rtl="0" fontAlgn="auto" hangingPunct="0">
      <a:lnSpc>
        <a:spcPct val="100000"/>
      </a:lnSpc>
      <a:spcBef>
        <a:spcPts val="0"/>
      </a:spcBef>
      <a:spcAft>
        <a:spcPts val="0"/>
      </a:spcAft>
      <a:buNone/>
      <a:tabLst/>
      <a:defRPr lang="de-CH" sz="2000" b="0" i="0" u="none" strike="noStrike" kern="1200" cap="none" spc="0" baseline="0">
        <a:solidFill>
          <a:srgbClr val="000000"/>
        </a:solidFill>
        <a:highlight>
          <a:scrgbClr r="0" g="0" b="0">
            <a:alpha val="0"/>
          </a:scrgbClr>
        </a:highlight>
        <a:uFillTx/>
        <a:latin typeface="Liberation Sans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6">
            <a:extLst>
              <a:ext uri="{FF2B5EF4-FFF2-40B4-BE49-F238E27FC236}">
                <a16:creationId xmlns:a16="http://schemas.microsoft.com/office/drawing/2014/main" id="{AEAD2CB4-52A3-7885-65A1-8C5830E8C1F9}"/>
              </a:ext>
            </a:extLst>
          </p:cNvPr>
          <p:cNvSpPr txBox="1"/>
          <p:nvPr/>
        </p:nvSpPr>
        <p:spPr>
          <a:xfrm>
            <a:off x="4278962" y="10157402"/>
            <a:ext cx="3280684" cy="53423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B584061-D45B-4EC4-A4D6-EB4618E463B5}" type="slidenum">
              <a:t>1</a:t>
            </a:fld>
            <a:endParaRPr lang="de-CH" sz="1400" b="0" i="0" u="none" strike="noStrike" kern="1200" cap="none" spc="0" baseline="0">
              <a:solidFill>
                <a:srgbClr val="000000"/>
              </a:solidFill>
              <a:uFillTx/>
              <a:latin typeface="Liberation Serif" pitchFamily="18"/>
              <a:ea typeface="DejaVu Sans" pitchFamily="2"/>
              <a:cs typeface="DejaVu Sans" pitchFamily="2"/>
            </a:endParaRPr>
          </a:p>
        </p:txBody>
      </p:sp>
      <p:sp>
        <p:nvSpPr>
          <p:cNvPr id="3" name="Folienbildplatzhalter 1">
            <a:extLst>
              <a:ext uri="{FF2B5EF4-FFF2-40B4-BE49-F238E27FC236}">
                <a16:creationId xmlns:a16="http://schemas.microsoft.com/office/drawing/2014/main" id="{00316AB3-6C4B-9305-786B-1F647FA5A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2">
            <a:solidFill>
              <a:srgbClr val="3465A4"/>
            </a:solidFill>
            <a:prstDash val="solid"/>
          </a:ln>
        </p:spPr>
      </p:sp>
      <p:sp>
        <p:nvSpPr>
          <p:cNvPr id="4" name="Notizenplatzhalter 2">
            <a:extLst>
              <a:ext uri="{FF2B5EF4-FFF2-40B4-BE49-F238E27FC236}">
                <a16:creationId xmlns:a16="http://schemas.microsoft.com/office/drawing/2014/main" id="{6925A4EE-9D71-6DBB-B86D-8919A3FBC7D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D386D-73EA-64D4-E725-F1F4DF28981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260472" y="928692"/>
            <a:ext cx="7559673" cy="1973266"/>
          </a:xfrm>
        </p:spPr>
        <p:txBody>
          <a:bodyPr anchor="b"/>
          <a:lstStyle>
            <a:lvl1pPr>
              <a:defRPr lang="de-DE" sz="6000"/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A4C5126-6B71-02A7-64B1-4265D46893F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60472" y="2978145"/>
            <a:ext cx="7559673" cy="1370008"/>
          </a:xfrm>
        </p:spPr>
        <p:txBody>
          <a:bodyPr anchorCtr="1"/>
          <a:lstStyle>
            <a:lvl1pPr algn="ctr">
              <a:defRPr sz="2400"/>
            </a:lvl1pPr>
          </a:lstStyle>
          <a:p>
            <a:pPr lvl="0"/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44F13A-0137-505E-9B16-24AFC994BAD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4C15CCD-6AD8-CEA2-C144-A2DCCC0D073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6F8B92-AF3A-3802-A8DB-7F46DBD6B2F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D19A188-5FC9-4ACC-9094-6D2381293AFD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3011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C25063-13E5-212D-7B9E-167925C75C8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de-DE"/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D023EA-AC86-5CE4-BF6F-86694F314885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308702-732F-7674-BD70-8B2FE6C0DD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DFE89C-213D-9237-1087-CFAD98B2632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D6C7C7-397E-0953-9ED7-853CDCFB722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925571-17BA-45B2-B386-1BC5FBE03AC9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6857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30937-7CCC-1441-9484-45F6BFD6B0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7391" y="1414467"/>
            <a:ext cx="8694736" cy="2357432"/>
          </a:xfrm>
        </p:spPr>
        <p:txBody>
          <a:bodyPr anchor="b"/>
          <a:lstStyle>
            <a:lvl1pPr>
              <a:defRPr lang="de-DE" sz="6000"/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C7DA52F-0A1E-A9D6-1F06-F84D947FDF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7391" y="3794129"/>
            <a:ext cx="8694736" cy="1241426"/>
          </a:xfrm>
        </p:spPr>
        <p:txBody>
          <a:bodyPr/>
          <a:lstStyle>
            <a:lvl1pPr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EC2AD36-54E9-E42E-CDD0-1BB18ECEF41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3B9B5B-0B0E-03A5-84C9-B5758395D66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65848A-B1BF-2C90-EF31-409F1F74E1B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5CEEF8-4A9F-4EED-B7DE-ABCD08ACB0BB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03262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435FD7-93EC-CA76-10DF-814CA5A6ADB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de-DE"/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FC626A-9FBF-FCED-8FD2-1CD956665AC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03240" y="1327151"/>
            <a:ext cx="4459291" cy="328771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D3ABE72-3798-8766-2BE0-4E12B2A84AD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5114925" y="1327151"/>
            <a:ext cx="4460872" cy="328771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CBECA70-A5C6-8633-7CD3-971BE844722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CA93972-B6E5-EA1E-5A61-4900678470C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BA878A2-4BE5-D99F-E9D8-71B334D4AD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2B2C955-9FEC-4484-ACD7-8AE31B85A180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94483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585A2D-56DD-D639-0BBF-3FDE5877C2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3736" y="301623"/>
            <a:ext cx="8694736" cy="1096959"/>
          </a:xfrm>
        </p:spPr>
        <p:txBody>
          <a:bodyPr/>
          <a:lstStyle>
            <a:lvl1pPr>
              <a:defRPr lang="de-DE"/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29A76FD-ED8A-7D8B-3D19-0F40874ED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93736" y="1390646"/>
            <a:ext cx="4265611" cy="681035"/>
          </a:xfrm>
        </p:spPr>
        <p:txBody>
          <a:bodyPr anchor="b"/>
          <a:lstStyle>
            <a:lvl1pPr>
              <a:defRPr sz="2400" b="1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5FF24ED-6E10-7173-946C-B5975C5D058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93736" y="2071692"/>
            <a:ext cx="4265611" cy="304641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394432E-67D4-5952-063E-F73AAB4CF17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5103815" y="1390646"/>
            <a:ext cx="4284658" cy="681035"/>
          </a:xfrm>
        </p:spPr>
        <p:txBody>
          <a:bodyPr anchor="b"/>
          <a:lstStyle>
            <a:lvl1pPr>
              <a:defRPr sz="2400" b="1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5C6F218-E4C4-9C16-1647-18DFDC243AE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5103815" y="2071692"/>
            <a:ext cx="4284658" cy="304641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BD47BD6-7EEC-F548-583A-E1C6D3DBFC3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6DAC0E-1359-AA05-3CFA-24DCEEEB33A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F3F97DE-A93D-ACEA-B112-D82D0BCCE25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C53C5FF-BC66-4129-A2DB-FBCCC53336A7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59453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54DC81-3119-99A7-BA9B-9169653B76C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de-DE"/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A38A958-F40D-A329-BA80-F8FB47EC21D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1E6FC89-EFE3-5DF3-7645-DA4D336DF76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667291-DE2A-B89F-2708-2B8893BB031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58753E4-BD1A-4C92-A259-90694A4F2AF6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87205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4648FF1-5B1C-BF64-C9DD-A13EB7A8C2F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245CC34-4AD9-1C44-DD7E-BB8B234D82B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F8308E2-8632-2152-7121-994B8304070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A04074-3F0C-417E-BCA1-0368584A31D0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91509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A4E119-42EC-49E8-D8C0-AE1C9FA9B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3736" y="377820"/>
            <a:ext cx="3251204" cy="1323978"/>
          </a:xfrm>
        </p:spPr>
        <p:txBody>
          <a:bodyPr anchor="b"/>
          <a:lstStyle>
            <a:lvl1pPr>
              <a:defRPr lang="de-DE" sz="3200"/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7E2234-BCB7-014D-BE28-10FFB00898E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286249" y="815973"/>
            <a:ext cx="5102223" cy="4030666"/>
          </a:xfrm>
        </p:spPr>
        <p:txBody>
          <a:bodyPr/>
          <a:lstStyle>
            <a:lvl1pPr>
              <a:defRPr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FF17145-B7A5-2D73-FA4C-B09CD997FA8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93736" y="1701798"/>
            <a:ext cx="3251204" cy="3151186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4C9EDB4-707D-484F-8F66-183875EB00E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7F9A78-32B6-EA11-E27A-15FE68EE7AC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40270D-D0C5-7FD4-B7AC-1091D9A54C1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8427F15-212E-4BF2-8CDB-A3070B9DD0CF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58793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7C4F6-379D-3E27-3020-CD61F6DE7E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3736" y="377820"/>
            <a:ext cx="3251204" cy="1323978"/>
          </a:xfrm>
        </p:spPr>
        <p:txBody>
          <a:bodyPr anchor="b"/>
          <a:lstStyle>
            <a:lvl1pPr>
              <a:defRPr lang="de-DE" sz="3200"/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BCBCE9E-5884-3E57-5FDB-2038205CE761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4286249" y="815973"/>
            <a:ext cx="5102223" cy="4030666"/>
          </a:xfrm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154D5AC-BD05-B670-7861-CA45BACBC11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93736" y="1701798"/>
            <a:ext cx="3251204" cy="3151186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A7693E8-53E4-4B0F-77C4-9315C162BA4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F8B98A0-4F14-191A-733E-CFF008EFBE6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73D0E67-6EF6-C28C-C8F1-DE86C09E0BA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C03654A-D794-4942-A298-B542431462AD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6460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248D05-4827-05D9-BC69-193A4C8C63C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de-DE"/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CA89C53-D0D8-82F9-13A9-610724DF4540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58BEE0D-3C79-C3B0-FDB4-A67E7FFD489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04BDEE-8A6D-B17A-B885-AC0AE479BC9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3CBA23-EED6-2309-8B8E-4A3B5F26E15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EED6C35-7FCA-4775-887F-5416C015CE22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43133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654F91D-3F08-4863-EE19-A1A2DA550CA9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7308854" y="225427"/>
            <a:ext cx="2266953" cy="4389440"/>
          </a:xfrm>
        </p:spPr>
        <p:txBody>
          <a:bodyPr vert="eaVert"/>
          <a:lstStyle>
            <a:lvl1pPr>
              <a:defRPr lang="de-DE"/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33E58BF-1E1A-50AE-FDC2-4F1BEE925354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503240" y="225427"/>
            <a:ext cx="6653210" cy="4389440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C49AF7-A148-BC7E-7180-8BA753CB33D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C02905-5BED-23A3-DA3C-FCA0BDB5112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3CC268-7BCE-DE09-09B4-98B97F29FF1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913F3A9-F90D-4058-9C7A-A7C0340C29BD}" type="slidenum"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46769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4B021FC-587D-CC4B-A6E9-5414861E48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8" y="226076"/>
            <a:ext cx="9071643" cy="94644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/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CFA7ED-A7A5-73DD-8AEB-2F5FB387DE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8" y="1326602"/>
            <a:ext cx="9071643" cy="328823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E2F14B4-F447-CFF3-E374-165E160BF74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998" y="5165281"/>
            <a:ext cx="2348279" cy="39060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52FCD1-F863-E13C-E8F5-85221F0595E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7361" y="5165281"/>
            <a:ext cx="3194995" cy="39060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1" compatLnSpc="1">
            <a:noAutofit/>
          </a:bodyPr>
          <a:lstStyle>
            <a:lvl1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039797-8C77-5ADB-844B-8E7214395AE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7362" y="5165281"/>
            <a:ext cx="2348279" cy="39060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de-CH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C6B6AF47-4323-4F4D-9EF2-7E7793B825DE}" type="slidenum">
              <a:t>‹Nr.›</a:t>
            </a:fld>
            <a:endParaRPr lang="de-CH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ctr" defTabSz="914400" rtl="0" fontAlgn="auto" hangingPunct="0">
        <a:lnSpc>
          <a:spcPct val="100000"/>
        </a:lnSpc>
        <a:spcBef>
          <a:spcPts val="0"/>
        </a:spcBef>
        <a:spcAft>
          <a:spcPts val="0"/>
        </a:spcAft>
        <a:buNone/>
        <a:tabLst/>
        <a:defRPr lang="de-CH" sz="44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Liberation Sans" pitchFamily="18"/>
        </a:defRPr>
      </a:lvl1pPr>
    </p:titleStyle>
    <p:bodyStyle>
      <a:lvl1pPr marL="0" marR="0" lvl="0" indent="0" defTabSz="914400" rtl="0" fontAlgn="auto" hangingPunct="0">
        <a:lnSpc>
          <a:spcPct val="100000"/>
        </a:lnSpc>
        <a:spcBef>
          <a:spcPts val="1415"/>
        </a:spcBef>
        <a:spcAft>
          <a:spcPts val="0"/>
        </a:spcAft>
        <a:buNone/>
        <a:tabLst/>
        <a:defRPr lang="de-DE" sz="32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Liberation Sans" pitchFamily="18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de-DE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B726C4F-73ED-8D1E-D2ED-FEBDFF393DAF}"/>
              </a:ext>
            </a:extLst>
          </p:cNvPr>
          <p:cNvGrpSpPr/>
          <p:nvPr/>
        </p:nvGrpSpPr>
        <p:grpSpPr>
          <a:xfrm>
            <a:off x="108049" y="104316"/>
            <a:ext cx="9864527" cy="5461918"/>
            <a:chOff x="390723" y="669148"/>
            <a:chExt cx="7610806" cy="4214049"/>
          </a:xfrm>
        </p:grpSpPr>
        <p:pic>
          <p:nvPicPr>
            <p:cNvPr id="2" name="Grafik 4" descr="Ein Bild, das Text, Kart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DAA3934-7BC4-FFD8-06D7-CF8D3D4327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89" t="10771" r="52681" b="52053"/>
            <a:stretch>
              <a:fillRect/>
            </a:stretch>
          </p:blipFill>
          <p:spPr>
            <a:xfrm>
              <a:off x="547515" y="825940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3" name="Grafik 7" descr="Ein Bild, das Text, Kart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39468820-B74B-2F0B-E677-F511A0038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8097" t="10771" r="5373" b="52053"/>
            <a:stretch>
              <a:fillRect/>
            </a:stretch>
          </p:blipFill>
          <p:spPr>
            <a:xfrm>
              <a:off x="2908395" y="825940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4" name="Grafik 8" descr="Ein Bild, das Text, Kart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CCC1C057-A957-4B28-F900-0CF1AAFC0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8088" t="56615" r="5382" b="6209"/>
            <a:stretch>
              <a:fillRect/>
            </a:stretch>
          </p:blipFill>
          <p:spPr>
            <a:xfrm>
              <a:off x="2908395" y="2102946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5" name="Grafik 9" descr="Ein Bild, das Text, Karte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DA8D5C1-6CD0-2DDF-B5E1-CEA572649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8097" t="56567" r="5373" b="6257"/>
            <a:stretch>
              <a:fillRect/>
            </a:stretch>
          </p:blipFill>
          <p:spPr>
            <a:xfrm>
              <a:off x="547515" y="2102946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sp>
          <p:nvSpPr>
            <p:cNvPr id="6" name="Rechteck 10">
              <a:extLst>
                <a:ext uri="{FF2B5EF4-FFF2-40B4-BE49-F238E27FC236}">
                  <a16:creationId xmlns:a16="http://schemas.microsoft.com/office/drawing/2014/main" id="{7B1792A4-3F54-C3CA-A54E-605437C1149B}"/>
                </a:ext>
              </a:extLst>
            </p:cNvPr>
            <p:cNvSpPr/>
            <p:nvPr/>
          </p:nvSpPr>
          <p:spPr>
            <a:xfrm>
              <a:off x="547515" y="669148"/>
              <a:ext cx="2336282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sz="800" b="0" i="0" u="none" strike="noStrike" kern="1200" cap="none" spc="0" baseline="0" dirty="0" err="1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Simplistic</a:t>
              </a:r>
              <a:r>
                <a:rPr lang="de-CH" sz="800" b="0" i="0" u="none" strike="noStrike" kern="1200" cap="none" spc="0" baseline="0" dirty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 Model</a:t>
              </a:r>
              <a:endParaRPr lang="en-US" sz="900" b="0" i="0" u="none" strike="noStrike" kern="1200" cap="none" spc="0" baseline="0" dirty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sp>
          <p:nvSpPr>
            <p:cNvPr id="7" name="Rechteck 11">
              <a:extLst>
                <a:ext uri="{FF2B5EF4-FFF2-40B4-BE49-F238E27FC236}">
                  <a16:creationId xmlns:a16="http://schemas.microsoft.com/office/drawing/2014/main" id="{421CFB58-1644-3B94-A5BE-D227F6927D06}"/>
                </a:ext>
              </a:extLst>
            </p:cNvPr>
            <p:cNvSpPr/>
            <p:nvPr/>
          </p:nvSpPr>
          <p:spPr>
            <a:xfrm>
              <a:off x="2908395" y="669148"/>
              <a:ext cx="2336282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sz="800" b="0" i="0" u="none" strike="noStrike" kern="1200" cap="none" spc="0" baseline="0" dirty="0" err="1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Realistic</a:t>
              </a:r>
              <a:r>
                <a:rPr lang="de-CH" sz="800" b="0" i="0" u="none" strike="noStrike" kern="1200" cap="none" spc="0" baseline="0" dirty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 Model</a:t>
              </a:r>
              <a:endParaRPr lang="en-US" sz="900" b="0" i="0" u="none" strike="noStrike" kern="1200" cap="none" spc="0" baseline="0" dirty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sp>
          <p:nvSpPr>
            <p:cNvPr id="8" name="Rechteck 12">
              <a:extLst>
                <a:ext uri="{FF2B5EF4-FFF2-40B4-BE49-F238E27FC236}">
                  <a16:creationId xmlns:a16="http://schemas.microsoft.com/office/drawing/2014/main" id="{FCF4C45E-E450-B33C-15DB-E10CA1528BF1}"/>
                </a:ext>
              </a:extLst>
            </p:cNvPr>
            <p:cNvSpPr/>
            <p:nvPr/>
          </p:nvSpPr>
          <p:spPr>
            <a:xfrm rot="16200004">
              <a:off x="-153075" y="1369748"/>
              <a:ext cx="1244406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sz="800" b="0" i="0" u="none" strike="noStrike" kern="1200" cap="none" spc="0" baseline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SSS</a:t>
              </a:r>
              <a:endParaRPr lang="en-US" sz="900" b="0" i="0" u="none" strike="noStrike" kern="1200" cap="none" spc="0" baseline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sp>
          <p:nvSpPr>
            <p:cNvPr id="9" name="Rechteck 13">
              <a:extLst>
                <a:ext uri="{FF2B5EF4-FFF2-40B4-BE49-F238E27FC236}">
                  <a16:creationId xmlns:a16="http://schemas.microsoft.com/office/drawing/2014/main" id="{C5EC4A6C-72F8-8F74-C3DC-C60C86AE8CA9}"/>
                </a:ext>
              </a:extLst>
            </p:cNvPr>
            <p:cNvSpPr/>
            <p:nvPr/>
          </p:nvSpPr>
          <p:spPr>
            <a:xfrm rot="16200004">
              <a:off x="-153084" y="2646753"/>
              <a:ext cx="1244406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sz="800" b="0" i="0" u="none" strike="noStrike" kern="1200" cap="none" spc="0" baseline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DMD</a:t>
              </a:r>
              <a:endParaRPr lang="en-US" sz="900" b="0" i="0" u="none" strike="noStrike" kern="1200" cap="none" spc="0" baseline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pic>
          <p:nvPicPr>
            <p:cNvPr id="10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9C122F58-48F0-78CB-77A0-821F44824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64" t="10872" r="52903" b="52189"/>
            <a:stretch>
              <a:fillRect/>
            </a:stretch>
          </p:blipFill>
          <p:spPr>
            <a:xfrm>
              <a:off x="2908395" y="3524088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11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82E4642D-A139-06DE-5008-1311FE349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7" t="10872" r="5570" b="52189"/>
            <a:stretch>
              <a:fillRect/>
            </a:stretch>
          </p:blipFill>
          <p:spPr>
            <a:xfrm>
              <a:off x="5404286" y="2102946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12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BE0C5B7B-6251-6C3F-28FE-5C9CB5504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7" t="56810" r="5570" b="6251"/>
            <a:stretch>
              <a:fillRect/>
            </a:stretch>
          </p:blipFill>
          <p:spPr>
            <a:xfrm>
              <a:off x="547515" y="3524088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13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965D402F-11B2-0F80-F8C0-B3E703247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51" t="56685" r="52916" b="6376"/>
            <a:stretch>
              <a:fillRect/>
            </a:stretch>
          </p:blipFill>
          <p:spPr>
            <a:xfrm>
              <a:off x="5404286" y="825940"/>
              <a:ext cx="2336282" cy="1244406"/>
            </a:xfrm>
            <a:prstGeom prst="rect">
              <a:avLst/>
            </a:prstGeom>
            <a:noFill/>
            <a:ln w="6345" cap="flat">
              <a:solidFill>
                <a:srgbClr val="000000"/>
              </a:solidFill>
              <a:prstDash val="solid"/>
              <a:miter/>
            </a:ln>
          </p:spPr>
        </p:pic>
        <p:pic>
          <p:nvPicPr>
            <p:cNvPr id="14" name="Grafik 17" descr="Ein Bild, das Text, Screenshot, Schrift, Farbigkeit enthält.&#10;&#10;KI-generierte Inhalte können fehlerhaft sein.">
              <a:extLst>
                <a:ext uri="{FF2B5EF4-FFF2-40B4-BE49-F238E27FC236}">
                  <a16:creationId xmlns:a16="http://schemas.microsoft.com/office/drawing/2014/main" id="{92306498-3474-3ECC-A861-5D9BEF6F55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10613" y="3682169"/>
              <a:ext cx="2229956" cy="1013612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15" name="Rechteck 18">
              <a:extLst>
                <a:ext uri="{FF2B5EF4-FFF2-40B4-BE49-F238E27FC236}">
                  <a16:creationId xmlns:a16="http://schemas.microsoft.com/office/drawing/2014/main" id="{96608F2B-A83D-2EE3-269F-E54BAF7BB152}"/>
                </a:ext>
              </a:extLst>
            </p:cNvPr>
            <p:cNvSpPr/>
            <p:nvPr/>
          </p:nvSpPr>
          <p:spPr>
            <a:xfrm>
              <a:off x="5404286" y="3524088"/>
              <a:ext cx="2336282" cy="1244406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16" name="Rechteck 11">
              <a:extLst>
                <a:ext uri="{FF2B5EF4-FFF2-40B4-BE49-F238E27FC236}">
                  <a16:creationId xmlns:a16="http://schemas.microsoft.com/office/drawing/2014/main" id="{12492600-5037-6EFC-1D36-268E31772FF2}"/>
                </a:ext>
              </a:extLst>
            </p:cNvPr>
            <p:cNvSpPr/>
            <p:nvPr/>
          </p:nvSpPr>
          <p:spPr>
            <a:xfrm>
              <a:off x="5404286" y="669148"/>
              <a:ext cx="2336282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sz="800" b="0" i="0" u="none" strike="noStrike" kern="1200" cap="none" spc="0" baseline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|Realistic – Simplistic|</a:t>
              </a:r>
              <a:endParaRPr lang="en-US" sz="900" b="0" i="0" u="none" strike="noStrike" kern="1200" cap="none" spc="0" baseline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sp>
          <p:nvSpPr>
            <p:cNvPr id="17" name="Rechteck 13">
              <a:extLst>
                <a:ext uri="{FF2B5EF4-FFF2-40B4-BE49-F238E27FC236}">
                  <a16:creationId xmlns:a16="http://schemas.microsoft.com/office/drawing/2014/main" id="{76A83435-B950-ECB7-D4CE-15BDFACBA7F5}"/>
                </a:ext>
              </a:extLst>
            </p:cNvPr>
            <p:cNvSpPr/>
            <p:nvPr/>
          </p:nvSpPr>
          <p:spPr>
            <a:xfrm rot="16200004">
              <a:off x="-153084" y="4067895"/>
              <a:ext cx="1244406" cy="156792"/>
            </a:xfrm>
            <a:prstGeom prst="rect">
              <a:avLst/>
            </a:prstGeom>
            <a:solidFill>
              <a:srgbClr val="F2F2F2"/>
            </a:solidFill>
            <a:ln w="9528" cap="flat">
              <a:solidFill>
                <a:srgbClr val="F2F2F2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sz="900" b="0" i="0" u="none" strike="noStrike" kern="1200" cap="none" spc="0" baseline="0">
                  <a:solidFill>
                    <a:srgbClr val="000000"/>
                  </a:solidFill>
                  <a:uFillTx/>
                  <a:latin typeface="Arial" pitchFamily="34"/>
                  <a:cs typeface="Arial" pitchFamily="34"/>
                </a:rPr>
                <a:t>|DMD-SSS|</a:t>
              </a:r>
              <a:endParaRPr lang="en-US" sz="900" b="0" i="0" u="none" strike="noStrike" kern="1200" cap="none" spc="0" baseline="0">
                <a:solidFill>
                  <a:srgbClr val="000000"/>
                </a:solidFill>
                <a:uFillTx/>
                <a:latin typeface="Arial" pitchFamily="34"/>
                <a:cs typeface="Arial" pitchFamily="34"/>
              </a:endParaRPr>
            </a:p>
          </p:txBody>
        </p:sp>
        <p:sp>
          <p:nvSpPr>
            <p:cNvPr id="18" name="Textfeld 22">
              <a:extLst>
                <a:ext uri="{FF2B5EF4-FFF2-40B4-BE49-F238E27FC236}">
                  <a16:creationId xmlns:a16="http://schemas.microsoft.com/office/drawing/2014/main" id="{28EFC223-F540-8942-2C3D-33916027BEF8}"/>
                </a:ext>
              </a:extLst>
            </p:cNvPr>
            <p:cNvSpPr txBox="1"/>
            <p:nvPr/>
          </p:nvSpPr>
          <p:spPr>
            <a:xfrm>
              <a:off x="547515" y="825931"/>
              <a:ext cx="355930" cy="161088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sz="800" b="1" i="0" u="none" strike="noStrike" kern="120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a</a:t>
              </a:r>
            </a:p>
          </p:txBody>
        </p:sp>
        <p:sp>
          <p:nvSpPr>
            <p:cNvPr id="19" name="Textfeld 23">
              <a:extLst>
                <a:ext uri="{FF2B5EF4-FFF2-40B4-BE49-F238E27FC236}">
                  <a16:creationId xmlns:a16="http://schemas.microsoft.com/office/drawing/2014/main" id="{19B156A3-C1C1-D733-3DA1-AA188BF7114B}"/>
                </a:ext>
              </a:extLst>
            </p:cNvPr>
            <p:cNvSpPr txBox="1"/>
            <p:nvPr/>
          </p:nvSpPr>
          <p:spPr>
            <a:xfrm>
              <a:off x="2905231" y="825931"/>
              <a:ext cx="355930" cy="161088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sz="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b</a:t>
              </a:r>
              <a:endParaRPr lang="de-CH" sz="800" b="1" i="0" u="none" strike="noStrike" kern="1200" cap="none" spc="0" baseline="0">
                <a:solidFill>
                  <a:srgbClr val="FFFFFF"/>
                </a:solidFill>
                <a:uFillTx/>
                <a:latin typeface="Arial" pitchFamily="34"/>
                <a:ea typeface="Noto Sans CJK SC" pitchFamily="2"/>
                <a:cs typeface="Lohit Devanagari" pitchFamily="2"/>
              </a:endParaRPr>
            </a:p>
          </p:txBody>
        </p:sp>
        <p:sp>
          <p:nvSpPr>
            <p:cNvPr id="20" name="Textfeld 24">
              <a:extLst>
                <a:ext uri="{FF2B5EF4-FFF2-40B4-BE49-F238E27FC236}">
                  <a16:creationId xmlns:a16="http://schemas.microsoft.com/office/drawing/2014/main" id="{35A44D69-9F88-46E1-E985-FB19969B4A30}"/>
                </a:ext>
              </a:extLst>
            </p:cNvPr>
            <p:cNvSpPr txBox="1"/>
            <p:nvPr/>
          </p:nvSpPr>
          <p:spPr>
            <a:xfrm>
              <a:off x="547515" y="2091552"/>
              <a:ext cx="355930" cy="161088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sz="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c</a:t>
              </a:r>
              <a:endParaRPr lang="de-CH" sz="800" b="1" i="0" u="none" strike="noStrike" kern="1200" cap="none" spc="0" baseline="0">
                <a:solidFill>
                  <a:srgbClr val="FFFFFF"/>
                </a:solidFill>
                <a:uFillTx/>
                <a:latin typeface="Arial" pitchFamily="34"/>
                <a:ea typeface="Noto Sans CJK SC" pitchFamily="2"/>
                <a:cs typeface="Lohit Devanagari" pitchFamily="2"/>
              </a:endParaRPr>
            </a:p>
          </p:txBody>
        </p:sp>
        <p:sp>
          <p:nvSpPr>
            <p:cNvPr id="21" name="Textfeld 25">
              <a:extLst>
                <a:ext uri="{FF2B5EF4-FFF2-40B4-BE49-F238E27FC236}">
                  <a16:creationId xmlns:a16="http://schemas.microsoft.com/office/drawing/2014/main" id="{45568C9B-990B-815D-D2B7-957F8D58F5CB}"/>
                </a:ext>
              </a:extLst>
            </p:cNvPr>
            <p:cNvSpPr txBox="1"/>
            <p:nvPr/>
          </p:nvSpPr>
          <p:spPr>
            <a:xfrm>
              <a:off x="2905231" y="2091552"/>
              <a:ext cx="355930" cy="161088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sz="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d</a:t>
              </a:r>
              <a:endParaRPr lang="de-CH" sz="800" b="1" i="0" u="none" strike="noStrike" kern="1200" cap="none" spc="0" baseline="0">
                <a:solidFill>
                  <a:srgbClr val="FFFFFF"/>
                </a:solidFill>
                <a:uFillTx/>
                <a:latin typeface="Arial" pitchFamily="34"/>
                <a:ea typeface="Noto Sans CJK SC" pitchFamily="2"/>
                <a:cs typeface="Lohit Devanagari" pitchFamily="2"/>
              </a:endParaRPr>
            </a:p>
          </p:txBody>
        </p:sp>
        <p:sp>
          <p:nvSpPr>
            <p:cNvPr id="22" name="Textfeld 26">
              <a:extLst>
                <a:ext uri="{FF2B5EF4-FFF2-40B4-BE49-F238E27FC236}">
                  <a16:creationId xmlns:a16="http://schemas.microsoft.com/office/drawing/2014/main" id="{2687B7B7-C618-BF97-59A4-F569E116019C}"/>
                </a:ext>
              </a:extLst>
            </p:cNvPr>
            <p:cNvSpPr txBox="1"/>
            <p:nvPr/>
          </p:nvSpPr>
          <p:spPr>
            <a:xfrm>
              <a:off x="5404286" y="825931"/>
              <a:ext cx="355930" cy="161088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sz="800" b="1" i="0" u="none" strike="noStrike" kern="120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|b-a|</a:t>
              </a:r>
            </a:p>
          </p:txBody>
        </p:sp>
        <p:sp>
          <p:nvSpPr>
            <p:cNvPr id="23" name="Textfeld 27">
              <a:extLst>
                <a:ext uri="{FF2B5EF4-FFF2-40B4-BE49-F238E27FC236}">
                  <a16:creationId xmlns:a16="http://schemas.microsoft.com/office/drawing/2014/main" id="{DBE64219-12F5-06BE-6B7E-981AFFD24D8D}"/>
                </a:ext>
              </a:extLst>
            </p:cNvPr>
            <p:cNvSpPr txBox="1"/>
            <p:nvPr/>
          </p:nvSpPr>
          <p:spPr>
            <a:xfrm>
              <a:off x="5404286" y="2091552"/>
              <a:ext cx="355930" cy="161088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sz="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|d-c|</a:t>
              </a:r>
              <a:endParaRPr lang="de-CH" sz="800" b="1" i="0" u="none" strike="noStrike" kern="1200" cap="none" spc="0" baseline="0">
                <a:solidFill>
                  <a:srgbClr val="FFFFFF"/>
                </a:solidFill>
                <a:uFillTx/>
                <a:latin typeface="Arial" pitchFamily="34"/>
                <a:ea typeface="Noto Sans CJK SC" pitchFamily="2"/>
                <a:cs typeface="Lohit Devanagari" pitchFamily="2"/>
              </a:endParaRPr>
            </a:p>
          </p:txBody>
        </p:sp>
        <p:sp>
          <p:nvSpPr>
            <p:cNvPr id="24" name="Textfeld 28">
              <a:extLst>
                <a:ext uri="{FF2B5EF4-FFF2-40B4-BE49-F238E27FC236}">
                  <a16:creationId xmlns:a16="http://schemas.microsoft.com/office/drawing/2014/main" id="{AE057E25-BF88-284C-A7F2-11FE661C169A}"/>
                </a:ext>
              </a:extLst>
            </p:cNvPr>
            <p:cNvSpPr txBox="1"/>
            <p:nvPr/>
          </p:nvSpPr>
          <p:spPr>
            <a:xfrm>
              <a:off x="547515" y="3502883"/>
              <a:ext cx="355930" cy="161088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sz="800" b="1" i="0" u="none" strike="noStrike" kern="120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|c-a|</a:t>
              </a:r>
            </a:p>
          </p:txBody>
        </p:sp>
        <p:sp>
          <p:nvSpPr>
            <p:cNvPr id="25" name="Textfeld 29">
              <a:extLst>
                <a:ext uri="{FF2B5EF4-FFF2-40B4-BE49-F238E27FC236}">
                  <a16:creationId xmlns:a16="http://schemas.microsoft.com/office/drawing/2014/main" id="{15927960-DC25-59F0-B2D7-5D821CD8C25B}"/>
                </a:ext>
              </a:extLst>
            </p:cNvPr>
            <p:cNvSpPr txBox="1"/>
            <p:nvPr/>
          </p:nvSpPr>
          <p:spPr>
            <a:xfrm>
              <a:off x="2905231" y="3502883"/>
              <a:ext cx="355930" cy="161088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0004" tIns="44997" rIns="90004" bIns="44997" anchor="t" anchorCtr="0" compatLnSpc="0">
              <a:spAutoFit/>
            </a:bodyPr>
            <a:lstStyle/>
            <a:p>
              <a:pPr marL="0" marR="0" lvl="0" indent="0" algn="l" defTabSz="914400" rtl="0" fontAlgn="auto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1" i="0" u="none" strike="noStrike" kern="0" cap="none" spc="0" baseline="0">
                  <a:solidFill>
                    <a:srgbClr val="FFFFFF"/>
                  </a:solidFill>
                  <a:uFillTx/>
                  <a:latin typeface="Arial" pitchFamily="34"/>
                </a:defRPr>
              </a:pPr>
              <a:r>
                <a:rPr lang="de-CH" sz="800" b="1" i="0" u="none" strike="noStrike" kern="1200" cap="none" spc="0" baseline="0">
                  <a:solidFill>
                    <a:srgbClr val="FFFFFF"/>
                  </a:solidFill>
                  <a:uFillTx/>
                  <a:latin typeface="Arial" pitchFamily="34"/>
                  <a:ea typeface="Noto Sans CJK SC" pitchFamily="2"/>
                  <a:cs typeface="Lohit Devanagari" pitchFamily="2"/>
                </a:rPr>
                <a:t>|d-b|</a:t>
              </a:r>
            </a:p>
          </p:txBody>
        </p:sp>
        <p:pic>
          <p:nvPicPr>
            <p:cNvPr id="26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9F9B0877-61FF-93E1-E9C4-AE77F6873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7" t="93748" r="5570" b="2847"/>
            <a:stretch>
              <a:fillRect/>
            </a:stretch>
          </p:blipFill>
          <p:spPr>
            <a:xfrm>
              <a:off x="547515" y="4768495"/>
              <a:ext cx="2336282" cy="114702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7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BC3D095A-1F39-1941-A88A-9DA45549C2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7" t="93748" r="5570" b="2847"/>
            <a:stretch>
              <a:fillRect/>
            </a:stretch>
          </p:blipFill>
          <p:spPr>
            <a:xfrm>
              <a:off x="2908395" y="4768495"/>
              <a:ext cx="2336282" cy="114702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8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85B55A76-AEF2-8946-FEEF-B65779592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7" t="93748" r="5570" b="2847"/>
            <a:stretch>
              <a:fillRect/>
            </a:stretch>
          </p:blipFill>
          <p:spPr>
            <a:xfrm>
              <a:off x="5404286" y="3347353"/>
              <a:ext cx="2336282" cy="114702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9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83DBD9E-F8B7-CAAC-BABD-55D07648C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4431" t="10872" r="405" b="52189"/>
            <a:stretch>
              <a:fillRect/>
            </a:stretch>
          </p:blipFill>
          <p:spPr>
            <a:xfrm>
              <a:off x="7740569" y="2102946"/>
              <a:ext cx="260960" cy="1244406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30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B7A23CC6-0CF3-2F59-DA7A-2C80DD04D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4431" t="10872" r="405" b="52189"/>
            <a:stretch>
              <a:fillRect/>
            </a:stretch>
          </p:blipFill>
          <p:spPr>
            <a:xfrm>
              <a:off x="7740569" y="825931"/>
              <a:ext cx="260960" cy="1244406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31" name="Grafik 18" descr="Ein Bild, das Karte, Text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A593CF97-9BA7-9179-A5E8-08A663CD6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4431" t="10872" r="405" b="52189"/>
            <a:stretch>
              <a:fillRect/>
            </a:stretch>
          </p:blipFill>
          <p:spPr>
            <a:xfrm>
              <a:off x="5244678" y="3524088"/>
              <a:ext cx="260960" cy="1244406"/>
            </a:xfrm>
            <a:prstGeom prst="rect">
              <a:avLst/>
            </a:prstGeom>
            <a:noFill/>
            <a:ln cap="flat"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</Words>
  <Application>Microsoft Office PowerPoint</Application>
  <PresentationFormat>Benutzerdefiniert</PresentationFormat>
  <Paragraphs>15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Arial</vt:lpstr>
      <vt:lpstr>Liberation Sans</vt:lpstr>
      <vt:lpstr>Liberation Serif</vt:lpstr>
      <vt:lpstr>Standard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David Hofmann</dc:creator>
  <cp:lastModifiedBy>David  Hofmann</cp:lastModifiedBy>
  <cp:revision>6</cp:revision>
  <dcterms:created xsi:type="dcterms:W3CDTF">2025-07-01T22:19:29Z</dcterms:created>
  <dcterms:modified xsi:type="dcterms:W3CDTF">2025-07-02T09:00:07Z</dcterms:modified>
</cp:coreProperties>
</file>